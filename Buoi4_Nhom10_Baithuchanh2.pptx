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custShowLst>
    <p:custShow name="KHTN" id="0">
      <p:sldLst>
        <p:sld r:id="rId5"/>
        <p:sld r:id="rId6"/>
        <p:sld r:id="rId7"/>
        <p:sld r:id="rId8"/>
        <p:sld r:id="rId9"/>
        <p:sld r:id="rId10"/>
        <p:sld r:id="rId11"/>
        <p:sld r:id="rId12"/>
        <p:sld r:id="rId13"/>
        <p:sld r:id="rId18"/>
      </p:sldLst>
    </p:custShow>
    <p:custShow name="CNTT" id="1">
      <p:sldLst>
        <p:sld r:id="rId5"/>
        <p:sld r:id="rId6"/>
        <p:sld r:id="rId7"/>
        <p:sld r:id="rId8"/>
        <p:sld r:id="rId9"/>
        <p:sld r:id="rId14"/>
        <p:sld r:id="rId15"/>
        <p:sld r:id="rId16"/>
        <p:sld r:id="rId17"/>
        <p:sld r:id="rId18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2D512E-7DCA-4BB6-AF07-3D6986531457}" v="61" dt="2026-09-24T07:01:19.7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936B7-A99A-4D51-BB55-AEB8003F2A66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4FF66A-C160-433B-B706-0BCA8767B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898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FF66A-C160-433B-B706-0BCA8767BF1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13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0A2D0-769A-550B-7A8E-5D822D6E4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4D1223-DAB6-E700-70CD-9B077F69AF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312237-AA08-84B4-36DC-6450109FF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C88FE-5639-E1AF-B5AA-173A8C3EE2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FF66A-C160-433B-B706-0BCA8767BF1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5490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A8774-0859-7241-F146-07C87ACEE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FC4082-5980-B128-738A-66839EB08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0C65EF-4754-76D7-41DD-49784C14D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43115-AD6E-50B2-883A-8001983508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FF66A-C160-433B-B706-0BCA8767BF1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00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AF587-A55C-FEF7-D4C7-8FFF122E4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740B8B-B22B-CE4E-094B-10A40EF0B2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00620C-30D8-7EF0-EB69-F8095639C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78FB9-B7C1-89DF-3B73-50899285AC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FF66A-C160-433B-B706-0BCA8767BF1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638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D974F-A8A6-A470-67D9-427D08214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B35EC7-F1EF-33A3-A412-98AFC6562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CF425-D02E-E53A-6CEF-921964111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53421-E49D-F0C1-331C-EFA267031B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FF66A-C160-433B-B706-0BCA8767BF1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7856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EB472-FA7C-7711-F13C-181CD884F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056022-AB0A-072D-B403-2CE58AEDA4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92872F-FF29-8E26-1721-13F19A544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B0AFE-69A8-EE61-6451-53BA63540D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FF66A-C160-433B-B706-0BCA8767BF1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4364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98F1E-B225-DC49-C32D-873F92562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12BEB6-9CB3-2658-1713-DCE2BF534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C558CE-B54F-0EAD-147D-DBD59D26E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14592-E2C4-EC64-86AA-86B40BE1A5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FF66A-C160-433B-B706-0BCA8767BF1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786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E8CBB-BC9B-3863-341E-EE25557E5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5900B2-BC6F-98D9-1F73-8B283E4B92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BABC45-669D-9909-9557-09DBAF6B5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76822-91A5-3E78-1405-F47155616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FF66A-C160-433B-B706-0BCA8767BF1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6765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C7F29-BFE8-DED3-5EA1-4FD50385E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6A6085-741F-4081-EA8F-CD7302C3B0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E80BBC-B030-C9A1-1CD7-B23484782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24EF3-3492-3651-6204-0A97731EB6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FF66A-C160-433B-B706-0BCA8767BF1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8725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06AD3-9B39-BB8E-704F-22C0E00CF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3DC13E-3B0C-E092-B13F-8952E89CC4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A4C21C-3370-EC4B-ED24-A772DD1FB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DD228-AC6D-F8A8-4944-83B072BA5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FF66A-C160-433B-B706-0BCA8767BF1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044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6065B-F956-8D9E-3AE0-7A67A5696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381E7B-ECBD-C446-F627-C5BCCFE06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36B21-1AE7-ED6D-8352-F0DAD25B2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B42F1-BC4E-07DE-3B13-E9EEB37281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FF66A-C160-433B-B706-0BCA8767BF1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72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7CD28-B209-E301-6209-34C913872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D05242-FA0E-BE39-4AD5-31B6AB0BB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2CAA04-D3F3-AC62-D68C-BFF5E55A7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56328-EEBA-1BF3-5414-0598889AEC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FF66A-C160-433B-B706-0BCA8767BF1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100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785AC-C075-431E-B211-F42B3688914D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3774" y="6248399"/>
            <a:ext cx="6672887" cy="609601"/>
          </a:xfrm>
        </p:spPr>
        <p:txBody>
          <a:bodyPr/>
          <a:lstStyle>
            <a:lvl1pPr>
              <a:defRPr b="1"/>
            </a:lvl1pPr>
          </a:lstStyle>
          <a:p>
            <a:r>
              <a:rPr lang="vi-VN"/>
              <a:t>Giới thiệu Đại học Cần Thơ</a:t>
            </a:r>
            <a:endParaRPr lang="en-US" b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42753" y="6348549"/>
            <a:ext cx="764215" cy="492352"/>
          </a:xfrm>
        </p:spPr>
        <p:txBody>
          <a:bodyPr/>
          <a:lstStyle>
            <a:lvl1pPr>
              <a:defRPr i="1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i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vi-VN"/>
              <a:t>- </a:t>
            </a:r>
            <a:r>
              <a:rPr lang="en-US"/>
              <a:t>Second level</a:t>
            </a:r>
          </a:p>
          <a:p>
            <a:pPr lvl="2"/>
            <a:r>
              <a:rPr lang="vi-VN"/>
              <a:t>+ </a:t>
            </a: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BA442-15B6-4CD9-B1E4-54D493BECB98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3774" y="6356351"/>
            <a:ext cx="6672887" cy="365125"/>
          </a:xfrm>
        </p:spPr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13385" y="6356350"/>
            <a:ext cx="764215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DA773-943D-4DBC-BE6C-210999F7690F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vi-VN"/>
              <a:t>- </a:t>
            </a:r>
            <a:r>
              <a:rPr lang="en-US"/>
              <a:t>Second level</a:t>
            </a:r>
          </a:p>
          <a:p>
            <a:pPr lvl="2"/>
            <a:r>
              <a:rPr lang="vi-VN"/>
              <a:t>+ </a:t>
            </a: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vi-VN"/>
              <a:t>- </a:t>
            </a:r>
            <a:r>
              <a:rPr lang="en-US"/>
              <a:t>Second level</a:t>
            </a:r>
          </a:p>
          <a:p>
            <a:pPr lvl="2"/>
            <a:r>
              <a:rPr lang="vi-VN"/>
              <a:t>+ </a:t>
            </a: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98A5-5580-44A6-B2AD-65EF2C7DACDB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vi-VN"/>
              <a:t>Giới thiệu Đại học Cần Thơ</a:t>
            </a:r>
            <a:endParaRPr lang="en-US" b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b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vi-VN"/>
              <a:t>- </a:t>
            </a:r>
            <a:r>
              <a:rPr lang="en-US"/>
              <a:t>Second level</a:t>
            </a:r>
          </a:p>
          <a:p>
            <a:pPr lvl="2"/>
            <a:r>
              <a:rPr lang="vi-VN"/>
              <a:t>+ </a:t>
            </a: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vi-VN"/>
              <a:t>- </a:t>
            </a:r>
            <a:r>
              <a:rPr lang="en-US"/>
              <a:t>Second level</a:t>
            </a:r>
          </a:p>
          <a:p>
            <a:pPr lvl="2"/>
            <a:r>
              <a:rPr lang="vi-VN"/>
              <a:t>+ </a:t>
            </a: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F4B1C-F9B2-49BA-B751-34BC6B515057}" type="datetime1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C12C-0D5F-4415-993C-AA5DD4FF9F97}" type="datetime1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vi-VN"/>
              <a:t>Giới thiệu Đại học Cần Thơ</a:t>
            </a:r>
            <a:endParaRPr lang="en-US" b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b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D5190-4531-4B35-991C-0E15C82A7A7C}" type="datetime1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vi-VN"/>
              <a:t>- </a:t>
            </a:r>
            <a:r>
              <a:rPr lang="en-US"/>
              <a:t>Second level</a:t>
            </a:r>
          </a:p>
          <a:p>
            <a:pPr lvl="2"/>
            <a:r>
              <a:rPr lang="vi-VN"/>
              <a:t>+ </a:t>
            </a: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4AE48-0EC1-4659-A9A3-678F97193485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1D63E-C074-475B-B85B-95C9587B9B7E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7AAE2-58FD-40F2-BEB8-F0B5252E6B17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9C8AD-4132-443A-9F18-C754498AA38F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0CCAD-C24C-4174-A6A1-68EBE9126B15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79F11-5123-4F74-BE0C-079E13DD153E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2425-9C26-4C7E-BA3D-36FDAB3A8DC0}" type="datetime1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9F44A-B155-43A6-87C8-3CA563225BB1}" type="datetime1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973A7-705D-40A5-A84C-822A04949A59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E217D-6A61-438F-AEE3-17DFE3AAC856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Tuyển chọn các logo trường đại học đẹp nhất và ấn tượng nhất năm 2024">
            <a:extLst>
              <a:ext uri="{FF2B5EF4-FFF2-40B4-BE49-F238E27FC236}">
                <a16:creationId xmlns:a16="http://schemas.microsoft.com/office/drawing/2014/main" id="{E4A69047-86EE-E4F0-85BB-45BD61D12273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artisticCrisscrossEtch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75432" y="691265"/>
            <a:ext cx="1431537" cy="1375574"/>
          </a:xfrm>
          <a:prstGeom prst="rect">
            <a:avLst/>
          </a:prstGeom>
        </p:spPr>
      </p:pic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1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0262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vi-VN"/>
              <a:t>- </a:t>
            </a:r>
            <a:r>
              <a:rPr lang="en-US"/>
              <a:t>Second level</a:t>
            </a:r>
          </a:p>
          <a:p>
            <a:pPr lvl="2"/>
            <a:r>
              <a:rPr lang="vi-VN"/>
              <a:t>+ </a:t>
            </a: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2AC04946-F507-4FCD-9071-6FA950EFA246}" type="datetime1">
              <a:rPr lang="en-US" smtClean="0"/>
              <a:pPr/>
              <a:t>9/24/2026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69495" y="6253389"/>
            <a:ext cx="6672887" cy="6046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vi-VN"/>
              <a:t>Giới thiệu Đại học Cần Thơ</a:t>
            </a:r>
            <a:endParaRPr lang="en-US" sz="16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42754" y="6248400"/>
            <a:ext cx="764215" cy="6046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sz="1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3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None/>
        <a:defRPr sz="28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None/>
        <a:defRPr sz="24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§"/>
        <a:defRPr sz="2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ü"/>
        <a:defRPr sz="20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t.ctu.edu.vn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9283A-7FDA-73A1-382F-32FFD80ACA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ĐẠI HỌC CẦN THƠ – QUÁ </a:t>
            </a:r>
            <a:b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TRÌNH HÌNH THÀNH VÀ </a:t>
            </a:r>
            <a:b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PHÁT TRIỂN</a:t>
            </a: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6C6D13-3A97-F659-6FC9-46D2475216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TS. NGUYỄN VĂN A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7D305-1086-88E0-D1D5-95136E929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42753" y="6231300"/>
            <a:ext cx="764215" cy="626699"/>
          </a:xfrm>
        </p:spPr>
        <p:txBody>
          <a:bodyPr/>
          <a:lstStyle/>
          <a:p>
            <a:fld id="{6D22F896-40B5-4ADD-8801-0D06FADFA095}" type="slidenum">
              <a:rPr lang="en-US" sz="2400" i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sz="2400" i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E1D3B5-F654-224C-7FD1-208369B8A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231300"/>
            <a:ext cx="6672887" cy="626699"/>
          </a:xfrm>
        </p:spPr>
        <p:txBody>
          <a:bodyPr/>
          <a:lstStyle/>
          <a:p>
            <a:r>
              <a:rPr lang="vi-VN" sz="2400" b="1">
                <a:latin typeface="+mj-lt"/>
              </a:rPr>
              <a:t>Giới thiệu Đại học Cần Thơ</a:t>
            </a:r>
            <a:endParaRPr lang="en-US" sz="2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29088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E8973-82BB-4BD6-84CA-9BEB8090E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Nội dung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00C2B-D993-0C3D-A945-A47AAB2291D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635662"/>
            <a:ext cx="10363826" cy="3155537"/>
          </a:xfrm>
        </p:spPr>
        <p:txBody>
          <a:bodyPr/>
          <a:lstStyle/>
          <a:p>
            <a:r>
              <a:rPr lang="vi-VN" b="1"/>
              <a:t>Thời kỳ viện đại học cần thơ (1966-1975)</a:t>
            </a:r>
          </a:p>
          <a:p>
            <a:r>
              <a:rPr lang="vi-VN" b="1"/>
              <a:t>ĐHCT giai đoạn sau năm 1975</a:t>
            </a:r>
            <a:endParaRPr lang="en-US" b="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86C747-F414-B73C-21A4-D83F14AE8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2400" b="1">
                <a:latin typeface="+mj-lt"/>
              </a:rPr>
              <a:t>Giới thiệu Đại học Cần Thơ</a:t>
            </a:r>
            <a:endParaRPr lang="en-US" sz="2400" b="1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295A0D-F41C-E697-57B8-4E7407841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904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F9A02-3839-822B-DCE5-D5DF9ECAE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E1168-C258-E2AE-DF7E-111F3C995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Thời kỳ viện đại học cần thơ (1966-1975)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9A47A-E8CE-BBA4-C215-D017B6DC56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51313"/>
            <a:ext cx="11278226" cy="374904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vi-VN"/>
              <a:t>Được thành lập ngày 31 tháng 03 năm 1966</a:t>
            </a:r>
          </a:p>
          <a:p>
            <a:r>
              <a:rPr lang="vi-VN"/>
              <a:t>Viện đại học cần thơ có bốn khoa:</a:t>
            </a:r>
          </a:p>
          <a:p>
            <a:pPr marL="228600" lvl="1"/>
            <a:r>
              <a:rPr lang="vi-VN"/>
              <a:t> </a:t>
            </a:r>
            <a:r>
              <a:rPr lang="vi-VN" sz="2400"/>
              <a:t>- </a:t>
            </a:r>
            <a:r>
              <a:rPr lang="vi-VN"/>
              <a:t>khoa học</a:t>
            </a:r>
          </a:p>
          <a:p>
            <a:pPr marL="228600" lvl="1"/>
            <a:r>
              <a:rPr lang="vi-VN"/>
              <a:t> - Luật Khoa</a:t>
            </a:r>
          </a:p>
          <a:p>
            <a:pPr marL="228600" lvl="1"/>
            <a:r>
              <a:rPr lang="vi-VN"/>
              <a:t> - Khoa học xã hội, văn khoa, sư phạm</a:t>
            </a:r>
          </a:p>
          <a:p>
            <a:pPr marL="228600" lvl="1"/>
            <a:r>
              <a:rPr lang="vi-VN"/>
              <a:t> - cao đẳng nông nghiệp và trung tâm sinh ngữ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710D2F-8DC2-60C8-45E6-52F75F2D5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2400" b="1">
                <a:latin typeface="+mj-lt"/>
              </a:rPr>
              <a:t>Giới thiệu Đại học Cần Thơ</a:t>
            </a:r>
            <a:endParaRPr lang="en-US" sz="2400" b="1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87C1B5-0799-80E9-D7CA-2FDD10DB7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658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89611-1E2F-FC5B-9E38-573D93B4D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C8C3D-2AC8-76B2-00EC-5FAE81E0E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Thời kỳ viện đại học cần thơ (1966-1975)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4A39E-D800-00D9-6E38-CC0CAF94C6D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77439"/>
            <a:ext cx="10633792" cy="3722915"/>
          </a:xfrm>
        </p:spPr>
        <p:txBody>
          <a:bodyPr>
            <a:noAutofit/>
          </a:bodyPr>
          <a:lstStyle/>
          <a:p>
            <a:r>
              <a:rPr lang="vi-VN"/>
              <a:t>Cơ sở vật chất của viện đại học cần thơ tọa lạc trên 4 địa điểm</a:t>
            </a:r>
          </a:p>
          <a:p>
            <a:pPr lvl="1">
              <a:buFontTx/>
              <a:buChar char="-"/>
            </a:pPr>
            <a:r>
              <a:rPr lang="vi-VN"/>
              <a:t> tòa viện trưởng (số 5, đại lộ hòa bình)</a:t>
            </a:r>
          </a:p>
          <a:p>
            <a:pPr lvl="1">
              <a:buFontTx/>
              <a:buChar char="-"/>
            </a:pPr>
            <a:r>
              <a:rPr lang="vi-VN"/>
              <a:t> khu i (đường 30/4)</a:t>
            </a:r>
          </a:p>
          <a:p>
            <a:pPr lvl="1">
              <a:buFontTx/>
              <a:buChar char="-"/>
            </a:pPr>
            <a:r>
              <a:rPr lang="vi-VN"/>
              <a:t> Khu </a:t>
            </a:r>
            <a:r>
              <a:rPr lang="vi-VN" err="1"/>
              <a:t>ii</a:t>
            </a:r>
            <a:r>
              <a:rPr lang="vi-VN"/>
              <a:t> (đường 3/2)</a:t>
            </a:r>
          </a:p>
          <a:p>
            <a:pPr lvl="1">
              <a:buFontTx/>
              <a:buChar char="-"/>
            </a:pPr>
            <a:r>
              <a:rPr lang="vi-VN"/>
              <a:t> Khu </a:t>
            </a:r>
            <a:r>
              <a:rPr lang="vi-VN" err="1"/>
              <a:t>iii</a:t>
            </a:r>
            <a:r>
              <a:rPr lang="vi-VN"/>
              <a:t> (số 1, lý tự trọng)</a:t>
            </a:r>
          </a:p>
          <a:p>
            <a:pPr>
              <a:buFontTx/>
              <a:buChar char="-"/>
            </a:pPr>
            <a:endParaRPr lang="vi-VN" sz="2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C7A464-25DD-C13C-0141-E70564F23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2400" b="1">
                <a:latin typeface="+mj-lt"/>
              </a:rPr>
              <a:t>Giới thiệu Đại học Cần Thơ</a:t>
            </a:r>
            <a:endParaRPr lang="en-US" sz="2400" b="1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E2934-3588-0D81-E962-B846EE372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394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DCC28-0B5D-0E78-344F-0800DD7CC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69656-2803-3646-1D76-B9CC5107F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618517"/>
            <a:ext cx="9599610" cy="1596177"/>
          </a:xfrm>
        </p:spPr>
        <p:txBody>
          <a:bodyPr/>
          <a:lstStyle/>
          <a:p>
            <a:r>
              <a:rPr lang="vi-VN"/>
              <a:t>ĐHCT giai đoạn sau năm 1975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40516-2CBE-1B68-8BE1-E288BBC2C3C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12125"/>
            <a:ext cx="11278226" cy="3788229"/>
          </a:xfrm>
        </p:spPr>
        <p:txBody>
          <a:bodyPr>
            <a:noAutofit/>
          </a:bodyPr>
          <a:lstStyle/>
          <a:p>
            <a:r>
              <a:rPr lang="vi-VN"/>
              <a:t>viện đại học cần thơ được đối thành </a:t>
            </a:r>
            <a:r>
              <a:rPr lang="vi-VN" err="1"/>
              <a:t>Đhct</a:t>
            </a:r>
            <a:endParaRPr lang="vi-VN"/>
          </a:p>
          <a:p>
            <a:r>
              <a:rPr lang="vi-VN"/>
              <a:t>Cơ cấu </a:t>
            </a:r>
            <a:r>
              <a:rPr lang="vi-VN" err="1"/>
              <a:t>đhct</a:t>
            </a:r>
            <a:r>
              <a:rPr lang="vi-VN"/>
              <a:t> hiện nay</a:t>
            </a:r>
          </a:p>
          <a:p>
            <a:pPr lvl="1">
              <a:buFontTx/>
              <a:buChar char="-"/>
            </a:pPr>
            <a:r>
              <a:rPr lang="vi-VN"/>
              <a:t> khoa - viện</a:t>
            </a:r>
          </a:p>
          <a:p>
            <a:pPr lvl="1">
              <a:buFontTx/>
              <a:buChar char="-"/>
            </a:pPr>
            <a:r>
              <a:rPr lang="vi-VN"/>
              <a:t> Trung tâm - trung tâm đào tạo</a:t>
            </a:r>
          </a:p>
          <a:p>
            <a:pPr lvl="1">
              <a:buFontTx/>
              <a:buChar char="-"/>
            </a:pPr>
            <a:r>
              <a:rPr lang="vi-VN"/>
              <a:t> phòng ban chức năng</a:t>
            </a:r>
          </a:p>
          <a:p>
            <a:pPr lvl="1">
              <a:buFontTx/>
              <a:buChar char="-"/>
            </a:pPr>
            <a:r>
              <a:rPr lang="vi-VN"/>
              <a:t> đoàn thể &amp; hội</a:t>
            </a:r>
          </a:p>
          <a:p>
            <a:pPr>
              <a:buFontTx/>
              <a:buChar char="-"/>
            </a:pPr>
            <a:endParaRPr lang="vi-VN" sz="2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7D638E-804F-4D97-816A-C7A77649B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2400" b="1">
                <a:latin typeface="+mj-lt"/>
              </a:rPr>
              <a:t>Giới thiệu Đại học Cần Thơ</a:t>
            </a:r>
            <a:endParaRPr lang="en-US" sz="2400" b="1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86960C-853B-2525-F724-CC1E527E2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757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7F827-D353-F0B6-858F-9AD9BD7D3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66290-FCCC-56D0-FC9F-4FFA544A6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618517"/>
            <a:ext cx="9599610" cy="1596177"/>
          </a:xfrm>
        </p:spPr>
        <p:txBody>
          <a:bodyPr/>
          <a:lstStyle/>
          <a:p>
            <a:r>
              <a:rPr lang="vi-VN"/>
              <a:t>ĐHCT giai đoạn sau năm 1975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65726-E113-6FDF-5D5F-A6CB61AEC8E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12125"/>
            <a:ext cx="10738295" cy="3788229"/>
          </a:xfrm>
        </p:spPr>
        <p:txBody>
          <a:bodyPr>
            <a:noAutofit/>
          </a:bodyPr>
          <a:lstStyle/>
          <a:p>
            <a:r>
              <a:rPr lang="vi-VN" b="1">
                <a:solidFill>
                  <a:srgbClr val="FF0000"/>
                </a:solidFill>
              </a:rPr>
              <a:t>Khoa </a:t>
            </a:r>
            <a:r>
              <a:rPr lang="vi-VN" b="1" err="1">
                <a:solidFill>
                  <a:srgbClr val="FF0000"/>
                </a:solidFill>
              </a:rPr>
              <a:t>khoa</a:t>
            </a:r>
            <a:r>
              <a:rPr lang="vi-VN" b="1">
                <a:solidFill>
                  <a:srgbClr val="FF0000"/>
                </a:solidFill>
              </a:rPr>
              <a:t> học tự nhiên</a:t>
            </a:r>
            <a:endParaRPr lang="vi-VN"/>
          </a:p>
          <a:p>
            <a:pPr lvl="1">
              <a:buFontTx/>
              <a:buChar char="-"/>
            </a:pPr>
            <a:r>
              <a:rPr lang="vi-VN"/>
              <a:t> ngày 14/1/1998, trường </a:t>
            </a:r>
            <a:r>
              <a:rPr lang="vi-VN" err="1"/>
              <a:t>đhct</a:t>
            </a:r>
            <a:r>
              <a:rPr lang="vi-VN"/>
              <a:t> khánh thành khoa </a:t>
            </a:r>
            <a:r>
              <a:rPr lang="vi-VN" err="1"/>
              <a:t>khoa</a:t>
            </a:r>
            <a:r>
              <a:rPr lang="vi-VN"/>
              <a:t> học</a:t>
            </a:r>
          </a:p>
          <a:p>
            <a:pPr lvl="1">
              <a:buFontTx/>
              <a:buChar char="-"/>
            </a:pPr>
            <a:r>
              <a:rPr lang="vi-VN"/>
              <a:t> cơ sở vật chất</a:t>
            </a:r>
          </a:p>
          <a:p>
            <a:pPr lvl="2"/>
            <a:r>
              <a:rPr lang="vi-VN"/>
              <a:t>+ 12 phòng thí nghiệm (</a:t>
            </a:r>
            <a:r>
              <a:rPr lang="vi-VN" err="1"/>
              <a:t>ptn</a:t>
            </a:r>
            <a:r>
              <a:rPr lang="vi-VN"/>
              <a:t>) cho sinh, hóa, vật lý</a:t>
            </a:r>
          </a:p>
          <a:p>
            <a:pPr lvl="2"/>
            <a:r>
              <a:rPr lang="vi-VN"/>
              <a:t>+ 06 phòng máy tính được nối mạng với nhau</a:t>
            </a:r>
          </a:p>
          <a:p>
            <a:pPr lvl="1"/>
            <a:endParaRPr lang="vi-VN"/>
          </a:p>
          <a:p>
            <a:pPr>
              <a:buFontTx/>
              <a:buChar char="-"/>
            </a:pPr>
            <a:endParaRPr lang="vi-VN" sz="2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7E553C-39F5-F197-5236-47BA219DF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2400" b="1">
                <a:latin typeface="+mj-lt"/>
              </a:rPr>
              <a:t>Giới thiệu Đại học Cần Thơ</a:t>
            </a:r>
            <a:endParaRPr lang="en-US" sz="2400" b="1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77E5A-5762-4C0A-B188-1D64A2690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728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928D9-9825-39BD-DDD3-92DCB2705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A8560-F349-961B-FD58-5CAB74170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618517"/>
            <a:ext cx="9599610" cy="1596177"/>
          </a:xfrm>
        </p:spPr>
        <p:txBody>
          <a:bodyPr/>
          <a:lstStyle/>
          <a:p>
            <a:r>
              <a:rPr lang="vi-VN"/>
              <a:t>ĐHCT giai đoạn sau năm 1975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701E9-51FC-4294-7D01-34A9670F6E0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12125"/>
            <a:ext cx="10529289" cy="3788229"/>
          </a:xfrm>
        </p:spPr>
        <p:txBody>
          <a:bodyPr>
            <a:noAutofit/>
          </a:bodyPr>
          <a:lstStyle/>
          <a:p>
            <a:r>
              <a:rPr lang="vi-VN" b="1">
                <a:solidFill>
                  <a:srgbClr val="FF0000"/>
                </a:solidFill>
              </a:rPr>
              <a:t>Khoa </a:t>
            </a:r>
            <a:r>
              <a:rPr lang="vi-VN" b="1" err="1">
                <a:solidFill>
                  <a:srgbClr val="FF0000"/>
                </a:solidFill>
              </a:rPr>
              <a:t>khoa</a:t>
            </a:r>
            <a:r>
              <a:rPr lang="vi-VN" b="1">
                <a:solidFill>
                  <a:srgbClr val="FF0000"/>
                </a:solidFill>
              </a:rPr>
              <a:t> học tự nhiên</a:t>
            </a:r>
            <a:endParaRPr lang="vi-VN"/>
          </a:p>
          <a:p>
            <a:pPr lvl="1">
              <a:buFontTx/>
              <a:buChar char="-"/>
            </a:pPr>
            <a:r>
              <a:rPr lang="vi-VN"/>
              <a:t> cơ sở vật chất</a:t>
            </a:r>
          </a:p>
          <a:p>
            <a:pPr lvl="2"/>
            <a:r>
              <a:rPr lang="vi-VN"/>
              <a:t>+ VP khoa và xưởng sửa chữa</a:t>
            </a:r>
          </a:p>
          <a:p>
            <a:pPr lvl="2"/>
            <a:r>
              <a:rPr lang="vi-VN"/>
              <a:t>+ năm 2010, trường đã đầu tư mở rộng khu </a:t>
            </a:r>
            <a:r>
              <a:rPr lang="vi-VN" err="1"/>
              <a:t>Ptn</a:t>
            </a:r>
            <a:r>
              <a:rPr lang="vi-VN"/>
              <a:t> của khoa</a:t>
            </a:r>
          </a:p>
          <a:p>
            <a:pPr lvl="2"/>
            <a:r>
              <a:rPr lang="vi-VN"/>
              <a:t>+ xây mới khu nhà 3 tầng với 22 phòng</a:t>
            </a:r>
          </a:p>
          <a:p>
            <a:pPr lvl="1"/>
            <a:endParaRPr lang="vi-VN"/>
          </a:p>
          <a:p>
            <a:pPr lvl="1">
              <a:buFontTx/>
              <a:buChar char="-"/>
            </a:pPr>
            <a:endParaRPr lang="vi-VN"/>
          </a:p>
          <a:p>
            <a:pPr marL="1371600" lvl="2" indent="-457200">
              <a:buFont typeface="Times New Roman" panose="02020603050405020304" pitchFamily="18" charset="0"/>
              <a:buChar char="+"/>
            </a:pPr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FCF1F8-46C4-265E-FACE-D6AC05085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2400" b="1">
                <a:latin typeface="+mj-lt"/>
              </a:rPr>
              <a:t>Giới thiệu Đại học Cần Thơ</a:t>
            </a:r>
            <a:endParaRPr lang="en-US" sz="2400" b="1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F5C0E9-274A-2552-A036-41BFE634F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895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93EA2-EC5E-46AC-3EE1-915D9019C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EF547-44DD-7CCD-23DD-628DB9CD5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618517"/>
            <a:ext cx="9599610" cy="1596177"/>
          </a:xfrm>
        </p:spPr>
        <p:txBody>
          <a:bodyPr/>
          <a:lstStyle/>
          <a:p>
            <a:r>
              <a:rPr lang="vi-VN"/>
              <a:t>ĐHCT giai đoạn sau năm 1975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1DDBD-E39C-41E7-42D3-C74773C17B4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12125"/>
            <a:ext cx="10529289" cy="3788229"/>
          </a:xfrm>
        </p:spPr>
        <p:txBody>
          <a:bodyPr>
            <a:noAutofit/>
          </a:bodyPr>
          <a:lstStyle/>
          <a:p>
            <a:r>
              <a:rPr lang="vi-VN" b="1">
                <a:solidFill>
                  <a:srgbClr val="FF0000"/>
                </a:solidFill>
              </a:rPr>
              <a:t>Khoa </a:t>
            </a:r>
            <a:r>
              <a:rPr lang="vi-VN" b="1" err="1">
                <a:solidFill>
                  <a:srgbClr val="FF0000"/>
                </a:solidFill>
              </a:rPr>
              <a:t>khoa</a:t>
            </a:r>
            <a:r>
              <a:rPr lang="vi-VN" b="1">
                <a:solidFill>
                  <a:srgbClr val="FF0000"/>
                </a:solidFill>
              </a:rPr>
              <a:t> học tự nhiên</a:t>
            </a:r>
            <a:endParaRPr lang="vi-VN"/>
          </a:p>
          <a:p>
            <a:pPr lvl="1">
              <a:buFontTx/>
              <a:buChar char="-"/>
            </a:pPr>
            <a:r>
              <a:rPr lang="vi-VN"/>
              <a:t> khoa </a:t>
            </a:r>
            <a:r>
              <a:rPr lang="vi-VN" err="1"/>
              <a:t>khtn</a:t>
            </a:r>
            <a:r>
              <a:rPr lang="vi-VN"/>
              <a:t> hiện nay gồm 04 bộ môn</a:t>
            </a:r>
          </a:p>
          <a:p>
            <a:pPr lvl="2"/>
            <a:r>
              <a:rPr lang="vi-VN"/>
              <a:t>+ bộ môn sinh học</a:t>
            </a:r>
          </a:p>
          <a:p>
            <a:pPr lvl="2"/>
            <a:r>
              <a:rPr lang="vi-VN"/>
              <a:t>+ bộ môn hóa học</a:t>
            </a:r>
          </a:p>
          <a:p>
            <a:pPr lvl="2"/>
            <a:r>
              <a:rPr lang="vi-VN"/>
              <a:t>+ bộ môn toán học</a:t>
            </a:r>
          </a:p>
          <a:p>
            <a:pPr lvl="2"/>
            <a:r>
              <a:rPr lang="vi-VN"/>
              <a:t>+ bộ môn vật lý</a:t>
            </a:r>
          </a:p>
          <a:p>
            <a:pPr lvl="1"/>
            <a:endParaRPr lang="vi-VN"/>
          </a:p>
          <a:p>
            <a:pPr lvl="1">
              <a:buFontTx/>
              <a:buChar char="-"/>
            </a:pPr>
            <a:endParaRPr lang="vi-VN"/>
          </a:p>
          <a:p>
            <a:pPr marL="1371600" lvl="2" indent="-457200">
              <a:buFont typeface="Times New Roman" panose="02020603050405020304" pitchFamily="18" charset="0"/>
              <a:buChar char="+"/>
            </a:pPr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78E1BF-EEB3-A743-EC74-C306D5851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2400" b="1">
                <a:latin typeface="+mj-lt"/>
              </a:rPr>
              <a:t>Giới thiệu Đại học Cần Thơ</a:t>
            </a:r>
            <a:endParaRPr lang="en-US" sz="2400" b="1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A454C7-4DCA-F845-B459-EBAC549A6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1949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4BE36-F77D-896F-D631-11B4B965C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BA9BC-2BDF-3289-19FC-7C05B3CAE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618517"/>
            <a:ext cx="9599610" cy="1596177"/>
          </a:xfrm>
        </p:spPr>
        <p:txBody>
          <a:bodyPr/>
          <a:lstStyle/>
          <a:p>
            <a:r>
              <a:rPr lang="vi-VN"/>
              <a:t>ĐHCT giai đoạn sau năm 1975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977A6-187A-86BB-0001-7B40953185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12125"/>
            <a:ext cx="10529289" cy="3788229"/>
          </a:xfrm>
        </p:spPr>
        <p:txBody>
          <a:bodyPr>
            <a:noAutofit/>
          </a:bodyPr>
          <a:lstStyle/>
          <a:p>
            <a:r>
              <a:rPr lang="vi-VN" b="1">
                <a:solidFill>
                  <a:srgbClr val="FF0000"/>
                </a:solidFill>
              </a:rPr>
              <a:t>Khoa </a:t>
            </a:r>
            <a:r>
              <a:rPr lang="vi-VN" b="1" err="1">
                <a:solidFill>
                  <a:srgbClr val="FF0000"/>
                </a:solidFill>
              </a:rPr>
              <a:t>khoa</a:t>
            </a:r>
            <a:r>
              <a:rPr lang="vi-VN" b="1">
                <a:solidFill>
                  <a:srgbClr val="FF0000"/>
                </a:solidFill>
              </a:rPr>
              <a:t> học tự nhiên</a:t>
            </a:r>
            <a:endParaRPr lang="vi-VN"/>
          </a:p>
          <a:p>
            <a:pPr lvl="1">
              <a:buFontTx/>
              <a:buChar char="-"/>
            </a:pPr>
            <a:r>
              <a:rPr lang="vi-VN"/>
              <a:t> công tác đào tạo</a:t>
            </a:r>
          </a:p>
          <a:p>
            <a:pPr lvl="2"/>
            <a:r>
              <a:rPr lang="vi-VN"/>
              <a:t>+ đại học: …..</a:t>
            </a:r>
          </a:p>
          <a:p>
            <a:pPr lvl="2"/>
            <a:r>
              <a:rPr lang="vi-VN"/>
              <a:t>+ </a:t>
            </a:r>
            <a:r>
              <a:rPr lang="vi-VN" err="1"/>
              <a:t>sđh</a:t>
            </a:r>
            <a:r>
              <a:rPr lang="vi-VN"/>
              <a:t>: …..</a:t>
            </a:r>
          </a:p>
          <a:p>
            <a:pPr lvl="1">
              <a:buFontTx/>
              <a:buChar char="-"/>
            </a:pPr>
            <a:r>
              <a:rPr lang="vi-VN"/>
              <a:t> công tác </a:t>
            </a:r>
            <a:r>
              <a:rPr lang="vi-VN" err="1"/>
              <a:t>nckh</a:t>
            </a:r>
            <a:r>
              <a:rPr lang="vi-VN"/>
              <a:t>, báo cáo chuyên đề: …..</a:t>
            </a:r>
          </a:p>
          <a:p>
            <a:pPr lvl="1">
              <a:buFontTx/>
              <a:buChar char="-"/>
            </a:pPr>
            <a:r>
              <a:rPr lang="vi-VN"/>
              <a:t> công tác đào tạo và bồi dưỡng cán bộ: …..</a:t>
            </a:r>
          </a:p>
          <a:p>
            <a:pPr lvl="2"/>
            <a:endParaRPr lang="vi-VN"/>
          </a:p>
          <a:p>
            <a:pPr lvl="1">
              <a:buFontTx/>
              <a:buChar char="-"/>
            </a:pPr>
            <a:endParaRPr lang="vi-VN"/>
          </a:p>
          <a:p>
            <a:pPr marL="1371600" lvl="2" indent="-457200">
              <a:buFont typeface="Times New Roman" panose="02020603050405020304" pitchFamily="18" charset="0"/>
              <a:buChar char="+"/>
            </a:pPr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4424C-16FC-F1CD-6E41-8131E4FCC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2400" b="1">
                <a:latin typeface="+mj-lt"/>
              </a:rPr>
              <a:t>Giới thiệu Đại học Cần Thơ</a:t>
            </a:r>
            <a:endParaRPr lang="en-US" sz="2400" b="1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C9ED3E-C5A6-2B82-544E-6EDC762D3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02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50A78-32D2-0F11-7D1A-A0B9C86DE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90A19-01DE-939A-B21F-A6D498405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618517"/>
            <a:ext cx="9599610" cy="1596177"/>
          </a:xfrm>
        </p:spPr>
        <p:txBody>
          <a:bodyPr/>
          <a:lstStyle/>
          <a:p>
            <a:r>
              <a:rPr lang="vi-VN"/>
              <a:t>ĐHCT giai đoạn sau năm 1975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C5CB8-0F48-A495-0C6D-7BDEBDD0B94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12125"/>
            <a:ext cx="11090992" cy="3788229"/>
          </a:xfrm>
        </p:spPr>
        <p:txBody>
          <a:bodyPr>
            <a:noAutofit/>
          </a:bodyPr>
          <a:lstStyle/>
          <a:p>
            <a:r>
              <a:rPr lang="vi-VN" b="1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Khoa CNTT &amp; TT</a:t>
            </a:r>
            <a:endParaRPr lang="vi-VN">
              <a:solidFill>
                <a:schemeClr val="accent1"/>
              </a:solidFill>
            </a:endParaRPr>
          </a:p>
          <a:p>
            <a:pPr lvl="1">
              <a:buFontTx/>
              <a:buChar char="-"/>
            </a:pPr>
            <a:r>
              <a:rPr lang="vi-VN"/>
              <a:t> được thành lập năm 1994 trên cơ sở trung tâm điện tử và tin học</a:t>
            </a:r>
          </a:p>
          <a:p>
            <a:pPr lvl="1">
              <a:buFontTx/>
              <a:buChar char="-"/>
            </a:pPr>
            <a:r>
              <a:rPr lang="vi-VN"/>
              <a:t> nhiệm vụ của khoa là đào tạo</a:t>
            </a:r>
          </a:p>
          <a:p>
            <a:pPr lvl="2"/>
            <a:r>
              <a:rPr lang="vi-VN"/>
              <a:t>+ đại học và sau đại học</a:t>
            </a:r>
          </a:p>
          <a:p>
            <a:pPr lvl="2"/>
            <a:r>
              <a:rPr lang="vi-VN"/>
              <a:t>+ </a:t>
            </a:r>
            <a:r>
              <a:rPr lang="vi-VN" err="1"/>
              <a:t>nckh</a:t>
            </a:r>
            <a:r>
              <a:rPr lang="vi-VN"/>
              <a:t> và chuyển giao công nghệ trong lĩnh vực CNTT&amp;TT</a:t>
            </a:r>
          </a:p>
          <a:p>
            <a:pPr lvl="1">
              <a:buFontTx/>
              <a:buChar char="-"/>
            </a:pPr>
            <a:endParaRPr lang="vi-VN"/>
          </a:p>
          <a:p>
            <a:pPr marL="1371600" lvl="2" indent="-457200">
              <a:buFont typeface="Times New Roman" panose="02020603050405020304" pitchFamily="18" charset="0"/>
              <a:buChar char="+"/>
            </a:pPr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F68DD1-A827-3791-E67D-161D3F9A9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2400" b="1">
                <a:latin typeface="+mj-lt"/>
              </a:rPr>
              <a:t>Giới thiệu Đại học Cần Thơ</a:t>
            </a:r>
            <a:endParaRPr lang="en-US" sz="2400" b="1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4D458C-EFAA-FCE2-C29E-CEDAE0A2C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9443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56E96-F3B5-2F37-B344-0A531EECB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4EA89-E31C-CCD1-F770-A3ED0FFBE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618517"/>
            <a:ext cx="9599610" cy="1596177"/>
          </a:xfrm>
        </p:spPr>
        <p:txBody>
          <a:bodyPr/>
          <a:lstStyle/>
          <a:p>
            <a:r>
              <a:rPr lang="vi-VN"/>
              <a:t>ĐHCT giai đoạn sau năm 1975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51320-3BB1-40B5-D2F8-70DB13D4B7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488792"/>
            <a:ext cx="10529289" cy="3611562"/>
          </a:xfrm>
        </p:spPr>
        <p:txBody>
          <a:bodyPr>
            <a:noAutofit/>
          </a:bodyPr>
          <a:lstStyle/>
          <a:p>
            <a:r>
              <a:rPr lang="vi-VN" b="1">
                <a:solidFill>
                  <a:schemeClr val="accent1"/>
                </a:solidFill>
              </a:rPr>
              <a:t>Khoa </a:t>
            </a:r>
            <a:r>
              <a:rPr lang="vi-VN" b="1" err="1">
                <a:solidFill>
                  <a:schemeClr val="accent1"/>
                </a:solidFill>
              </a:rPr>
              <a:t>cntt</a:t>
            </a:r>
            <a:r>
              <a:rPr lang="vi-VN" b="1">
                <a:solidFill>
                  <a:schemeClr val="accent1"/>
                </a:solidFill>
              </a:rPr>
              <a:t> &amp; TT</a:t>
            </a:r>
            <a:endParaRPr lang="vi-VN">
              <a:solidFill>
                <a:schemeClr val="accent1"/>
              </a:solidFill>
            </a:endParaRPr>
          </a:p>
          <a:p>
            <a:pPr lvl="1">
              <a:buFontTx/>
              <a:buChar char="-"/>
            </a:pPr>
            <a:r>
              <a:rPr lang="vi-VN"/>
              <a:t> tầm nhìn đến năm 2020</a:t>
            </a:r>
          </a:p>
          <a:p>
            <a:pPr lvl="2"/>
            <a:r>
              <a:rPr lang="vi-VN"/>
              <a:t>+ đơn vị đào tạo và</a:t>
            </a:r>
          </a:p>
          <a:p>
            <a:pPr lvl="2"/>
            <a:r>
              <a:rPr lang="vi-VN"/>
              <a:t>+ nghiên cứu khoa học về </a:t>
            </a:r>
            <a:r>
              <a:rPr lang="vi-VN" err="1"/>
              <a:t>cntt&amp;TT</a:t>
            </a:r>
            <a:r>
              <a:rPr lang="vi-VN"/>
              <a:t> mạnh của cả nước</a:t>
            </a:r>
          </a:p>
          <a:p>
            <a:pPr lvl="1">
              <a:buFontTx/>
              <a:buChar char="-"/>
            </a:pPr>
            <a:endParaRPr lang="vi-VN"/>
          </a:p>
          <a:p>
            <a:pPr marL="1371600" lvl="2" indent="-457200">
              <a:buFont typeface="Times New Roman" panose="02020603050405020304" pitchFamily="18" charset="0"/>
              <a:buChar char="+"/>
            </a:pPr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0D312C-8AB7-9770-13AB-CE27413A8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2400" b="1">
                <a:latin typeface="+mj-lt"/>
              </a:rPr>
              <a:t>Giới thiệu Đại học Cần Thơ</a:t>
            </a:r>
            <a:endParaRPr lang="en-US" sz="2400" b="1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27631B-B068-59E1-C2E8-6B7E8B72D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842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C0EEF-2D14-1718-3045-5EF4A5987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1B199-A2D3-B42E-422A-23AAC3597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618517"/>
            <a:ext cx="9599610" cy="1596177"/>
          </a:xfrm>
        </p:spPr>
        <p:txBody>
          <a:bodyPr/>
          <a:lstStyle/>
          <a:p>
            <a:r>
              <a:rPr lang="vi-VN"/>
              <a:t>ĐHCT giai đoạn sau năm 1975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4F674-268B-81A3-644F-86DF013526E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488792"/>
            <a:ext cx="10529289" cy="3611562"/>
          </a:xfrm>
        </p:spPr>
        <p:txBody>
          <a:bodyPr>
            <a:noAutofit/>
          </a:bodyPr>
          <a:lstStyle/>
          <a:p>
            <a:r>
              <a:rPr lang="vi-VN" b="1">
                <a:solidFill>
                  <a:schemeClr val="accent1"/>
                </a:solidFill>
              </a:rPr>
              <a:t>Khoa </a:t>
            </a:r>
            <a:r>
              <a:rPr lang="vi-VN" b="1" err="1">
                <a:solidFill>
                  <a:schemeClr val="accent1"/>
                </a:solidFill>
              </a:rPr>
              <a:t>cntt</a:t>
            </a:r>
            <a:r>
              <a:rPr lang="vi-VN" b="1">
                <a:solidFill>
                  <a:schemeClr val="accent1"/>
                </a:solidFill>
              </a:rPr>
              <a:t> &amp; TT</a:t>
            </a:r>
            <a:endParaRPr lang="vi-VN">
              <a:solidFill>
                <a:schemeClr val="accent1"/>
              </a:solidFill>
            </a:endParaRPr>
          </a:p>
          <a:p>
            <a:pPr lvl="1">
              <a:buFontTx/>
              <a:buChar char="-"/>
            </a:pPr>
            <a:r>
              <a:rPr lang="vi-VN"/>
              <a:t> cán bộ môn và trung tâm</a:t>
            </a:r>
          </a:p>
          <a:p>
            <a:pPr lvl="2"/>
            <a:r>
              <a:rPr lang="vi-VN"/>
              <a:t>+ bộ môn hệ thống thông tin</a:t>
            </a:r>
          </a:p>
          <a:p>
            <a:pPr lvl="2"/>
            <a:r>
              <a:rPr lang="vi-VN"/>
              <a:t>+ bộ môn mạng máy tính &amp; truyền thông</a:t>
            </a:r>
          </a:p>
          <a:p>
            <a:pPr lvl="2"/>
            <a:r>
              <a:rPr lang="vi-VN"/>
              <a:t>+ bộ môn công nghệ phần mềm</a:t>
            </a:r>
          </a:p>
          <a:p>
            <a:pPr lvl="2"/>
            <a:r>
              <a:rPr lang="vi-VN"/>
              <a:t>+ bộ môn khoa học máy tính</a:t>
            </a:r>
          </a:p>
          <a:p>
            <a:pPr lvl="1">
              <a:buFontTx/>
              <a:buChar char="-"/>
            </a:pPr>
            <a:endParaRPr lang="vi-VN"/>
          </a:p>
          <a:p>
            <a:pPr marL="1371600" lvl="2" indent="-457200">
              <a:buFont typeface="Times New Roman" panose="02020603050405020304" pitchFamily="18" charset="0"/>
              <a:buChar char="+"/>
            </a:pPr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39C6C8-866C-8CE7-75F7-E4A64431C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2400" b="1">
                <a:latin typeface="+mj-lt"/>
              </a:rPr>
              <a:t>Giới thiệu Đại học Cần Thơ</a:t>
            </a:r>
            <a:endParaRPr lang="en-US" sz="2400" b="1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43616-DE5E-30E4-9426-92EB6FEB9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975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89300-6CED-57D2-90FB-7FAAC5FFB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73DB5-634C-FE43-18F4-3A9A0A92E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618517"/>
            <a:ext cx="9599610" cy="1596177"/>
          </a:xfrm>
        </p:spPr>
        <p:txBody>
          <a:bodyPr/>
          <a:lstStyle/>
          <a:p>
            <a:r>
              <a:rPr lang="vi-VN"/>
              <a:t>ĐHCT giai đoạn sau năm 1975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4356F-FBB3-F001-F098-B5176DB8584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488792"/>
            <a:ext cx="10529289" cy="3611562"/>
          </a:xfrm>
        </p:spPr>
        <p:txBody>
          <a:bodyPr>
            <a:noAutofit/>
          </a:bodyPr>
          <a:lstStyle/>
          <a:p>
            <a:r>
              <a:rPr lang="vi-VN" b="1">
                <a:solidFill>
                  <a:schemeClr val="accent1"/>
                </a:solidFill>
              </a:rPr>
              <a:t>Khoa </a:t>
            </a:r>
            <a:r>
              <a:rPr lang="vi-VN" b="1" err="1">
                <a:solidFill>
                  <a:schemeClr val="accent1"/>
                </a:solidFill>
              </a:rPr>
              <a:t>cntt</a:t>
            </a:r>
            <a:r>
              <a:rPr lang="vi-VN" b="1">
                <a:solidFill>
                  <a:schemeClr val="accent1"/>
                </a:solidFill>
              </a:rPr>
              <a:t> &amp; TT</a:t>
            </a:r>
            <a:endParaRPr lang="vi-VN">
              <a:solidFill>
                <a:schemeClr val="accent1"/>
              </a:solidFill>
            </a:endParaRPr>
          </a:p>
          <a:p>
            <a:pPr lvl="1">
              <a:buFontTx/>
              <a:buChar char="-"/>
            </a:pPr>
            <a:r>
              <a:rPr lang="vi-VN"/>
              <a:t> cán bộ môn và trung tâm</a:t>
            </a:r>
          </a:p>
          <a:p>
            <a:pPr lvl="2"/>
            <a:r>
              <a:rPr lang="vi-VN"/>
              <a:t>+ bộ môn công nghệ thông tin</a:t>
            </a:r>
          </a:p>
          <a:p>
            <a:pPr lvl="2"/>
            <a:r>
              <a:rPr lang="vi-VN"/>
              <a:t>+ bộ môn tin học ứng dụng</a:t>
            </a:r>
          </a:p>
          <a:p>
            <a:pPr lvl="2"/>
            <a:r>
              <a:rPr lang="vi-VN"/>
              <a:t>+ tổ văn phòng</a:t>
            </a:r>
          </a:p>
          <a:p>
            <a:pPr lvl="2"/>
            <a:r>
              <a:rPr lang="vi-VN"/>
              <a:t>+ trung tâm điện tử &amp; tin học</a:t>
            </a:r>
          </a:p>
          <a:p>
            <a:pPr lvl="1">
              <a:buFontTx/>
              <a:buChar char="-"/>
            </a:pPr>
            <a:endParaRPr lang="vi-VN"/>
          </a:p>
          <a:p>
            <a:pPr marL="1371600" lvl="2" indent="-457200">
              <a:buFont typeface="Times New Roman" panose="02020603050405020304" pitchFamily="18" charset="0"/>
              <a:buChar char="+"/>
            </a:pPr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5192EB-95CB-E4E1-A87C-A57F48C28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2400" b="1">
                <a:latin typeface="+mj-lt"/>
              </a:rPr>
              <a:t>Giới thiệu Đại học Cần Thơ</a:t>
            </a:r>
            <a:endParaRPr lang="en-US" sz="2400" b="1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64154C-9173-4CF2-0999-2D96CA2F4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14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4BAEA-5930-8A1F-8AC8-5231C72F0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217EF-0DBE-5A7F-164D-8755C108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618517"/>
            <a:ext cx="9599610" cy="159617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BDF23-78E5-A683-08E6-95774C022C8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3200400"/>
            <a:ext cx="10529289" cy="144290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vi-VN" b="1"/>
              <a:t>Cám ơn sự chú ý của quý vị</a:t>
            </a:r>
          </a:p>
          <a:p>
            <a:pPr lvl="1" algn="ctr"/>
            <a:endParaRPr lang="vi-VN"/>
          </a:p>
          <a:p>
            <a:pPr marL="1371600" lvl="2" indent="-457200" algn="ctr">
              <a:buFont typeface="Times New Roman" panose="02020603050405020304" pitchFamily="18" charset="0"/>
              <a:buChar char="+"/>
            </a:pPr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0AA1E9-244A-4D89-22F4-CB83A69C9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2400" b="1">
                <a:latin typeface="+mj-lt"/>
              </a:rPr>
              <a:t>Giới thiệu Đại học Cần Thơ</a:t>
            </a:r>
            <a:endParaRPr lang="en-US" sz="2400" b="1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C570C-63C7-D843-696A-D1B00F025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554094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60B722BF79294EBCEBF8C4A698DD1F" ma:contentTypeVersion="4" ma:contentTypeDescription="Create a new document." ma:contentTypeScope="" ma:versionID="0dab4db38b4a280c5455c55b21426a4d">
  <xsd:schema xmlns:xsd="http://www.w3.org/2001/XMLSchema" xmlns:xs="http://www.w3.org/2001/XMLSchema" xmlns:p="http://schemas.microsoft.com/office/2006/metadata/properties" xmlns:ns3="380a32b5-58ed-49a8-aa8f-49e310c85fd7" targetNamespace="http://schemas.microsoft.com/office/2006/metadata/properties" ma:root="true" ma:fieldsID="36c3970ea5db47fb2db2fc7c9aac0590" ns3:_="">
    <xsd:import namespace="380a32b5-58ed-49a8-aa8f-49e310c85fd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0a32b5-58ed-49a8-aa8f-49e310c85fd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E26E04-10FE-4035-B849-961B1C2D6499}">
  <ds:schemaRefs>
    <ds:schemaRef ds:uri="380a32b5-58ed-49a8-aa8f-49e310c85fd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35A85AF-7340-4942-8F8E-502A13A31F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D91161-BE67-44EF-8B80-7C9614CC6E6E}">
  <ds:schemaRefs>
    <ds:schemaRef ds:uri="380a32b5-58ed-49a8-aa8f-49e310c85fd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0</TotalTime>
  <Words>686</Words>
  <Application>Microsoft Office PowerPoint</Application>
  <PresentationFormat>Widescreen</PresentationFormat>
  <Paragraphs>120</Paragraphs>
  <Slides>14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  <vt:variant>
        <vt:lpstr>Custom Shows</vt:lpstr>
      </vt:variant>
      <vt:variant>
        <vt:i4>2</vt:i4>
      </vt:variant>
    </vt:vector>
  </HeadingPairs>
  <TitlesOfParts>
    <vt:vector size="22" baseType="lpstr">
      <vt:lpstr>Aptos</vt:lpstr>
      <vt:lpstr>Arial</vt:lpstr>
      <vt:lpstr>Times New Roman</vt:lpstr>
      <vt:lpstr>Tw Cen MT</vt:lpstr>
      <vt:lpstr>Wingdings</vt:lpstr>
      <vt:lpstr>Droplet</vt:lpstr>
      <vt:lpstr>ĐẠI HỌC CẦN THƠ – QUÁ  TRÌNH HÌNH THÀNH VÀ  PHÁT TRIỂN</vt:lpstr>
      <vt:lpstr>Nội dung</vt:lpstr>
      <vt:lpstr>Thời kỳ viện đại học cần thơ (1966-1975)</vt:lpstr>
      <vt:lpstr>Thời kỳ viện đại học cần thơ (1966-1975)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PowerPoint Presentation</vt:lpstr>
      <vt:lpstr>KHTN</vt:lpstr>
      <vt:lpstr>CNTT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Tran Thao Tran - B2613083</dc:creator>
  <cp:lastModifiedBy>Le Tran Thao Tran - B2613083</cp:lastModifiedBy>
  <cp:revision>4</cp:revision>
  <dcterms:created xsi:type="dcterms:W3CDTF">2026-09-23T00:09:14Z</dcterms:created>
  <dcterms:modified xsi:type="dcterms:W3CDTF">2026-09-24T07:09:19Z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0x010100CA60B722BF79294EBCEBF8C4A698DD1F</vt:lpwstr>
  </property>
</Properties>
</file>