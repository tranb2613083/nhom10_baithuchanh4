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3"/>
  </p:notesMasterIdLst>
  <p:sldIdLst>
    <p:sldId id="257" r:id="rId5"/>
    <p:sldId id="258" r:id="rId6"/>
    <p:sldId id="259" r:id="rId7"/>
    <p:sldId id="260" r:id="rId8"/>
    <p:sldId id="262" r:id="rId9"/>
    <p:sldId id="261" r:id="rId10"/>
    <p:sldId id="263" r:id="rId11"/>
    <p:sldId id="264" r:id="rId12"/>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6" dt="2026-09-23T15:19:24.924"/>
    <p1510:client id="{A2D87DD5-A839-47BC-919A-51A0A7D3A5A3}" v="125" dt="2026-09-23T08:44:02.0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572205-1898-4243-8EDE-BB2C45D75AF5}" type="datetimeFigureOut">
              <a:rPr lang="vi-VN" smtClean="0"/>
              <a:t>24/09/2026</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8B2AFF-D1D6-4504-84E8-A77B1B3FBC4C}" type="slidenum">
              <a:rPr lang="vi-VN" smtClean="0"/>
              <a:t>‹#›</a:t>
            </a:fld>
            <a:endParaRPr lang="vi-VN"/>
          </a:p>
        </p:txBody>
      </p:sp>
    </p:spTree>
    <p:extLst>
      <p:ext uri="{BB962C8B-B14F-4D97-AF65-F5344CB8AC3E}">
        <p14:creationId xmlns:p14="http://schemas.microsoft.com/office/powerpoint/2010/main" val="15584431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058B2AFF-D1D6-4504-84E8-A77B1B3FBC4C}" type="slidenum">
              <a:rPr lang="vi-VN" smtClean="0"/>
              <a:t>7</a:t>
            </a:fld>
            <a:endParaRPr lang="vi-VN"/>
          </a:p>
        </p:txBody>
      </p:sp>
    </p:spTree>
    <p:extLst>
      <p:ext uri="{BB962C8B-B14F-4D97-AF65-F5344CB8AC3E}">
        <p14:creationId xmlns:p14="http://schemas.microsoft.com/office/powerpoint/2010/main" val="3076652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058B2AFF-D1D6-4504-84E8-A77B1B3FBC4C}" type="slidenum">
              <a:rPr lang="vi-VN" smtClean="0"/>
              <a:t>8</a:t>
            </a:fld>
            <a:endParaRPr lang="vi-VN"/>
          </a:p>
        </p:txBody>
      </p:sp>
    </p:spTree>
    <p:extLst>
      <p:ext uri="{BB962C8B-B14F-4D97-AF65-F5344CB8AC3E}">
        <p14:creationId xmlns:p14="http://schemas.microsoft.com/office/powerpoint/2010/main" val="18769573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C411D-AB4E-A8F6-5012-FBE05043BA1E}"/>
              </a:ext>
            </a:extLst>
          </p:cNvPr>
          <p:cNvSpPr>
            <a:spLocks noGrp="1"/>
          </p:cNvSpPr>
          <p:nvPr>
            <p:ph type="ctrTitle"/>
          </p:nvPr>
        </p:nvSpPr>
        <p:spPr>
          <a:xfrm>
            <a:off x="1524000" y="1122363"/>
            <a:ext cx="9144000" cy="2387600"/>
          </a:xfrm>
          <a:prstGeom prst="rect">
            <a:avLst/>
          </a:prstGeom>
        </p:spPr>
        <p:txBody>
          <a:bodyPr anchor="b"/>
          <a:lstStyle>
            <a:lvl1pPr algn="ctr">
              <a:defRPr sz="6000">
                <a:solidFill>
                  <a:srgbClr val="996633"/>
                </a:solidFill>
              </a:defRPr>
            </a:lvl1pPr>
          </a:lstStyle>
          <a:p>
            <a:r>
              <a:rPr lang="en-US"/>
              <a:t>Click to edit Master title style</a:t>
            </a:r>
            <a:endParaRPr lang="vi-VN"/>
          </a:p>
        </p:txBody>
      </p:sp>
      <p:sp>
        <p:nvSpPr>
          <p:cNvPr id="3" name="Subtitle 2">
            <a:extLst>
              <a:ext uri="{FF2B5EF4-FFF2-40B4-BE49-F238E27FC236}">
                <a16:creationId xmlns:a16="http://schemas.microsoft.com/office/drawing/2014/main" id="{D0EC00ED-A32D-029A-82B9-D6F0C25155C4}"/>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3200" b="1">
                <a:solidFill>
                  <a:schemeClr val="tx1"/>
                </a:solidFill>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a:extLst>
              <a:ext uri="{FF2B5EF4-FFF2-40B4-BE49-F238E27FC236}">
                <a16:creationId xmlns:a16="http://schemas.microsoft.com/office/drawing/2014/main" id="{CD5D39B5-FC87-C327-5E1D-0408351D6D39}"/>
              </a:ext>
            </a:extLst>
          </p:cNvPr>
          <p:cNvSpPr>
            <a:spLocks noGrp="1"/>
          </p:cNvSpPr>
          <p:nvPr>
            <p:ph type="dt" sz="half" idx="10"/>
          </p:nvPr>
        </p:nvSpPr>
        <p:spPr>
          <a:xfrm>
            <a:off x="838200" y="6356350"/>
            <a:ext cx="2743200" cy="365125"/>
          </a:xfrm>
          <a:prstGeom prst="rect">
            <a:avLst/>
          </a:prstGeom>
        </p:spPr>
        <p:txBody>
          <a:bodyPr/>
          <a:lstStyle/>
          <a:p>
            <a:fld id="{94331E9C-5774-4B8C-A808-E59579B34A8E}" type="datetime1">
              <a:rPr lang="vi-VN" smtClean="0"/>
              <a:t>24/09/2026</a:t>
            </a:fld>
            <a:endParaRPr lang="vi-VN"/>
          </a:p>
        </p:txBody>
      </p:sp>
      <p:sp>
        <p:nvSpPr>
          <p:cNvPr id="5" name="Footer Placeholder 4">
            <a:extLst>
              <a:ext uri="{FF2B5EF4-FFF2-40B4-BE49-F238E27FC236}">
                <a16:creationId xmlns:a16="http://schemas.microsoft.com/office/drawing/2014/main" id="{A526AFD9-F56D-A1BD-A788-76FF69DB8B0C}"/>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6" name="Slide Number Placeholder 5">
            <a:extLst>
              <a:ext uri="{FF2B5EF4-FFF2-40B4-BE49-F238E27FC236}">
                <a16:creationId xmlns:a16="http://schemas.microsoft.com/office/drawing/2014/main" id="{2269D5D4-6895-A5E5-749A-5B52C0866BFA}"/>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214517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E5C72-9436-2433-B0BA-3C34049FAD8D}"/>
              </a:ext>
            </a:extLst>
          </p:cNvPr>
          <p:cNvSpPr>
            <a:spLocks noGrp="1"/>
          </p:cNvSpPr>
          <p:nvPr>
            <p:ph type="title"/>
          </p:nvPr>
        </p:nvSpPr>
        <p:spPr>
          <a:xfrm>
            <a:off x="838200" y="2320384"/>
            <a:ext cx="10515600" cy="1325563"/>
          </a:xfrm>
          <a:prstGeom prst="rect">
            <a:avLst/>
          </a:prstGeom>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6DBD02C7-3A0C-F4D3-27A0-5795B15B87F2}"/>
              </a:ext>
            </a:extLst>
          </p:cNvPr>
          <p:cNvSpPr>
            <a:spLocks noGrp="1"/>
          </p:cNvSpPr>
          <p:nvPr>
            <p:ph idx="1"/>
          </p:nvPr>
        </p:nvSpPr>
        <p:spPr>
          <a:xfrm>
            <a:off x="718930" y="3645947"/>
            <a:ext cx="10348623" cy="961857"/>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99B065CA-9BC5-5D7D-CF2B-CA7F763C501D}"/>
              </a:ext>
            </a:extLst>
          </p:cNvPr>
          <p:cNvSpPr>
            <a:spLocks noGrp="1"/>
          </p:cNvSpPr>
          <p:nvPr>
            <p:ph type="dt" sz="half" idx="10"/>
          </p:nvPr>
        </p:nvSpPr>
        <p:spPr>
          <a:xfrm>
            <a:off x="838200" y="6356350"/>
            <a:ext cx="2743200" cy="365125"/>
          </a:xfrm>
          <a:prstGeom prst="rect">
            <a:avLst/>
          </a:prstGeom>
        </p:spPr>
        <p:txBody>
          <a:bodyPr/>
          <a:lstStyle/>
          <a:p>
            <a:fld id="{0E3A63E5-A4C3-410D-A457-85EA8BA37C30}" type="datetime1">
              <a:rPr lang="vi-VN" smtClean="0"/>
              <a:t>24/09/2026</a:t>
            </a:fld>
            <a:endParaRPr lang="vi-VN"/>
          </a:p>
        </p:txBody>
      </p:sp>
      <p:sp>
        <p:nvSpPr>
          <p:cNvPr id="5" name="Footer Placeholder 4">
            <a:extLst>
              <a:ext uri="{FF2B5EF4-FFF2-40B4-BE49-F238E27FC236}">
                <a16:creationId xmlns:a16="http://schemas.microsoft.com/office/drawing/2014/main" id="{EA3ED1CC-571D-1596-8916-A2D34AF0CF86}"/>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6" name="Slide Number Placeholder 5">
            <a:extLst>
              <a:ext uri="{FF2B5EF4-FFF2-40B4-BE49-F238E27FC236}">
                <a16:creationId xmlns:a16="http://schemas.microsoft.com/office/drawing/2014/main" id="{5207C386-F44A-9CD6-C7A9-C5614D08664B}"/>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371759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7C887-2276-E0CA-08AB-D91D08F1E5F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vi-VN"/>
          </a:p>
        </p:txBody>
      </p:sp>
      <p:sp>
        <p:nvSpPr>
          <p:cNvPr id="3" name="Text Placeholder 2">
            <a:extLst>
              <a:ext uri="{FF2B5EF4-FFF2-40B4-BE49-F238E27FC236}">
                <a16:creationId xmlns:a16="http://schemas.microsoft.com/office/drawing/2014/main" id="{F1685A26-ECE1-D039-A598-C64E75D1958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9DCA260-204E-F674-F948-D023F96A295B}"/>
              </a:ext>
            </a:extLst>
          </p:cNvPr>
          <p:cNvSpPr>
            <a:spLocks noGrp="1"/>
          </p:cNvSpPr>
          <p:nvPr>
            <p:ph type="dt" sz="half" idx="10"/>
          </p:nvPr>
        </p:nvSpPr>
        <p:spPr>
          <a:xfrm>
            <a:off x="838200" y="6356350"/>
            <a:ext cx="2743200" cy="365125"/>
          </a:xfrm>
          <a:prstGeom prst="rect">
            <a:avLst/>
          </a:prstGeom>
        </p:spPr>
        <p:txBody>
          <a:bodyPr/>
          <a:lstStyle/>
          <a:p>
            <a:fld id="{738CDFED-8755-4AA7-8623-9491FF670B16}" type="datetime1">
              <a:rPr lang="vi-VN" smtClean="0"/>
              <a:t>24/09/2026</a:t>
            </a:fld>
            <a:endParaRPr lang="vi-VN"/>
          </a:p>
        </p:txBody>
      </p:sp>
      <p:sp>
        <p:nvSpPr>
          <p:cNvPr id="5" name="Footer Placeholder 4">
            <a:extLst>
              <a:ext uri="{FF2B5EF4-FFF2-40B4-BE49-F238E27FC236}">
                <a16:creationId xmlns:a16="http://schemas.microsoft.com/office/drawing/2014/main" id="{832A4DCB-517A-4CDA-9148-69EE4A35E5D2}"/>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6" name="Slide Number Placeholder 5">
            <a:extLst>
              <a:ext uri="{FF2B5EF4-FFF2-40B4-BE49-F238E27FC236}">
                <a16:creationId xmlns:a16="http://schemas.microsoft.com/office/drawing/2014/main" id="{7655C9C2-E8FE-D33F-0A3D-0988EAFD1AF7}"/>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846499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99CF3-CE76-C566-51CB-296B47EBBBFE}"/>
              </a:ext>
            </a:extLst>
          </p:cNvPr>
          <p:cNvSpPr>
            <a:spLocks noGrp="1"/>
          </p:cNvSpPr>
          <p:nvPr>
            <p:ph type="title"/>
          </p:nvPr>
        </p:nvSpPr>
        <p:spPr>
          <a:xfrm>
            <a:off x="838200" y="2320384"/>
            <a:ext cx="10515600" cy="1325563"/>
          </a:xfrm>
          <a:prstGeom prst="rect">
            <a:avLst/>
          </a:prstGeom>
        </p:spPr>
        <p:txBody>
          <a:bodyPr/>
          <a:lstStyle/>
          <a:p>
            <a:r>
              <a:rPr lang="en-US"/>
              <a:t>Click to edit Master title style</a:t>
            </a:r>
            <a:endParaRPr lang="vi-VN"/>
          </a:p>
        </p:txBody>
      </p:sp>
      <p:sp>
        <p:nvSpPr>
          <p:cNvPr id="3" name="Content Placeholder 2">
            <a:extLst>
              <a:ext uri="{FF2B5EF4-FFF2-40B4-BE49-F238E27FC236}">
                <a16:creationId xmlns:a16="http://schemas.microsoft.com/office/drawing/2014/main" id="{2BDCD5EA-5873-1A77-AB3F-7FB71053BA7E}"/>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a:extLst>
              <a:ext uri="{FF2B5EF4-FFF2-40B4-BE49-F238E27FC236}">
                <a16:creationId xmlns:a16="http://schemas.microsoft.com/office/drawing/2014/main" id="{896FD44D-CF86-221D-0360-CDFEECC1E5DD}"/>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a:extLst>
              <a:ext uri="{FF2B5EF4-FFF2-40B4-BE49-F238E27FC236}">
                <a16:creationId xmlns:a16="http://schemas.microsoft.com/office/drawing/2014/main" id="{C8262B42-ED87-3E2A-2352-47219C1A7177}"/>
              </a:ext>
            </a:extLst>
          </p:cNvPr>
          <p:cNvSpPr>
            <a:spLocks noGrp="1"/>
          </p:cNvSpPr>
          <p:nvPr>
            <p:ph type="dt" sz="half" idx="10"/>
          </p:nvPr>
        </p:nvSpPr>
        <p:spPr>
          <a:xfrm>
            <a:off x="838200" y="6356350"/>
            <a:ext cx="2743200" cy="365125"/>
          </a:xfrm>
          <a:prstGeom prst="rect">
            <a:avLst/>
          </a:prstGeom>
        </p:spPr>
        <p:txBody>
          <a:bodyPr/>
          <a:lstStyle/>
          <a:p>
            <a:fld id="{114E28EA-8566-41CE-8A7F-4FC437500708}" type="datetime1">
              <a:rPr lang="vi-VN" smtClean="0"/>
              <a:t>24/09/2026</a:t>
            </a:fld>
            <a:endParaRPr lang="vi-VN"/>
          </a:p>
        </p:txBody>
      </p:sp>
      <p:sp>
        <p:nvSpPr>
          <p:cNvPr id="6" name="Footer Placeholder 5">
            <a:extLst>
              <a:ext uri="{FF2B5EF4-FFF2-40B4-BE49-F238E27FC236}">
                <a16:creationId xmlns:a16="http://schemas.microsoft.com/office/drawing/2014/main" id="{6E6D8DE6-F4E3-C53B-614A-E2D910555C65}"/>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7" name="Slide Number Placeholder 6">
            <a:extLst>
              <a:ext uri="{FF2B5EF4-FFF2-40B4-BE49-F238E27FC236}">
                <a16:creationId xmlns:a16="http://schemas.microsoft.com/office/drawing/2014/main" id="{2BE95C25-C05E-1C52-D4D4-376F683D073A}"/>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30412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1839C-E56A-E471-B5F2-A0897CF30956}"/>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vi-VN"/>
          </a:p>
        </p:txBody>
      </p:sp>
      <p:sp>
        <p:nvSpPr>
          <p:cNvPr id="3" name="Text Placeholder 2">
            <a:extLst>
              <a:ext uri="{FF2B5EF4-FFF2-40B4-BE49-F238E27FC236}">
                <a16:creationId xmlns:a16="http://schemas.microsoft.com/office/drawing/2014/main" id="{E4C96E23-7F51-3984-7F0B-CD98BF16B42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060A736-5D3A-136D-3ACC-56EDA39B2FD0}"/>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a:extLst>
              <a:ext uri="{FF2B5EF4-FFF2-40B4-BE49-F238E27FC236}">
                <a16:creationId xmlns:a16="http://schemas.microsoft.com/office/drawing/2014/main" id="{D205447A-A606-B325-5756-17CB5B92456E}"/>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F009658-3F88-AD87-8DC4-3DC369040853}"/>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a:extLst>
              <a:ext uri="{FF2B5EF4-FFF2-40B4-BE49-F238E27FC236}">
                <a16:creationId xmlns:a16="http://schemas.microsoft.com/office/drawing/2014/main" id="{DF81F47A-AF28-AA57-55DE-4F88C145C6EB}"/>
              </a:ext>
            </a:extLst>
          </p:cNvPr>
          <p:cNvSpPr>
            <a:spLocks noGrp="1"/>
          </p:cNvSpPr>
          <p:nvPr>
            <p:ph type="dt" sz="half" idx="10"/>
          </p:nvPr>
        </p:nvSpPr>
        <p:spPr>
          <a:xfrm>
            <a:off x="838200" y="6356350"/>
            <a:ext cx="2743200" cy="365125"/>
          </a:xfrm>
          <a:prstGeom prst="rect">
            <a:avLst/>
          </a:prstGeom>
        </p:spPr>
        <p:txBody>
          <a:bodyPr/>
          <a:lstStyle/>
          <a:p>
            <a:fld id="{B790152F-1C42-4A39-8B04-1509C66AA18B}" type="datetime1">
              <a:rPr lang="vi-VN" smtClean="0"/>
              <a:t>24/09/2026</a:t>
            </a:fld>
            <a:endParaRPr lang="vi-VN"/>
          </a:p>
        </p:txBody>
      </p:sp>
      <p:sp>
        <p:nvSpPr>
          <p:cNvPr id="8" name="Footer Placeholder 7">
            <a:extLst>
              <a:ext uri="{FF2B5EF4-FFF2-40B4-BE49-F238E27FC236}">
                <a16:creationId xmlns:a16="http://schemas.microsoft.com/office/drawing/2014/main" id="{3D5C68E7-3E7D-B36C-0742-F26CACE1FEF1}"/>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9" name="Slide Number Placeholder 8">
            <a:extLst>
              <a:ext uri="{FF2B5EF4-FFF2-40B4-BE49-F238E27FC236}">
                <a16:creationId xmlns:a16="http://schemas.microsoft.com/office/drawing/2014/main" id="{8D3286A5-F85A-EB68-7295-E5DE34F57666}"/>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2220198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20299-A76D-8C18-2276-5182E85C6752}"/>
              </a:ext>
            </a:extLst>
          </p:cNvPr>
          <p:cNvSpPr>
            <a:spLocks noGrp="1"/>
          </p:cNvSpPr>
          <p:nvPr>
            <p:ph type="title"/>
          </p:nvPr>
        </p:nvSpPr>
        <p:spPr>
          <a:xfrm>
            <a:off x="838200" y="2320384"/>
            <a:ext cx="10515600" cy="1325563"/>
          </a:xfrm>
          <a:prstGeom prst="rect">
            <a:avLst/>
          </a:prstGeom>
        </p:spPr>
        <p:txBody>
          <a:bodyPr/>
          <a:lstStyle/>
          <a:p>
            <a:r>
              <a:rPr lang="en-US"/>
              <a:t>Click to edit Master title style</a:t>
            </a:r>
            <a:endParaRPr lang="vi-VN"/>
          </a:p>
        </p:txBody>
      </p:sp>
      <p:sp>
        <p:nvSpPr>
          <p:cNvPr id="3" name="Date Placeholder 2">
            <a:extLst>
              <a:ext uri="{FF2B5EF4-FFF2-40B4-BE49-F238E27FC236}">
                <a16:creationId xmlns:a16="http://schemas.microsoft.com/office/drawing/2014/main" id="{D997E117-0316-DB05-F46A-B4CBC648B676}"/>
              </a:ext>
            </a:extLst>
          </p:cNvPr>
          <p:cNvSpPr>
            <a:spLocks noGrp="1"/>
          </p:cNvSpPr>
          <p:nvPr>
            <p:ph type="dt" sz="half" idx="10"/>
          </p:nvPr>
        </p:nvSpPr>
        <p:spPr>
          <a:xfrm>
            <a:off x="838200" y="6356350"/>
            <a:ext cx="2743200" cy="365125"/>
          </a:xfrm>
          <a:prstGeom prst="rect">
            <a:avLst/>
          </a:prstGeom>
        </p:spPr>
        <p:txBody>
          <a:bodyPr/>
          <a:lstStyle/>
          <a:p>
            <a:fld id="{6685B9E2-053A-44C4-9908-E22A15346155}" type="datetime1">
              <a:rPr lang="vi-VN" smtClean="0"/>
              <a:t>24/09/2026</a:t>
            </a:fld>
            <a:endParaRPr lang="vi-VN"/>
          </a:p>
        </p:txBody>
      </p:sp>
      <p:sp>
        <p:nvSpPr>
          <p:cNvPr id="4" name="Footer Placeholder 3">
            <a:extLst>
              <a:ext uri="{FF2B5EF4-FFF2-40B4-BE49-F238E27FC236}">
                <a16:creationId xmlns:a16="http://schemas.microsoft.com/office/drawing/2014/main" id="{242FB855-6604-5481-ED3D-AF78A199784D}"/>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5" name="Slide Number Placeholder 4">
            <a:extLst>
              <a:ext uri="{FF2B5EF4-FFF2-40B4-BE49-F238E27FC236}">
                <a16:creationId xmlns:a16="http://schemas.microsoft.com/office/drawing/2014/main" id="{BCBB9B9E-1A56-4C3D-0F3D-0F5F68F356BA}"/>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3063646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EEF6A0-9CF7-F473-FDD3-A65F3FC066F5}"/>
              </a:ext>
            </a:extLst>
          </p:cNvPr>
          <p:cNvSpPr>
            <a:spLocks noGrp="1"/>
          </p:cNvSpPr>
          <p:nvPr>
            <p:ph type="dt" sz="half" idx="10"/>
          </p:nvPr>
        </p:nvSpPr>
        <p:spPr>
          <a:xfrm>
            <a:off x="838200" y="6356350"/>
            <a:ext cx="2743200" cy="365125"/>
          </a:xfrm>
          <a:prstGeom prst="rect">
            <a:avLst/>
          </a:prstGeom>
        </p:spPr>
        <p:txBody>
          <a:bodyPr/>
          <a:lstStyle/>
          <a:p>
            <a:fld id="{97C46758-32A6-40E6-BC67-26E0139C79E0}" type="datetime1">
              <a:rPr lang="vi-VN" smtClean="0"/>
              <a:t>24/09/2026</a:t>
            </a:fld>
            <a:endParaRPr lang="vi-VN"/>
          </a:p>
        </p:txBody>
      </p:sp>
      <p:sp>
        <p:nvSpPr>
          <p:cNvPr id="3" name="Footer Placeholder 2">
            <a:extLst>
              <a:ext uri="{FF2B5EF4-FFF2-40B4-BE49-F238E27FC236}">
                <a16:creationId xmlns:a16="http://schemas.microsoft.com/office/drawing/2014/main" id="{ADE8C065-B573-FAE7-5526-192EA067F879}"/>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4" name="Slide Number Placeholder 3">
            <a:extLst>
              <a:ext uri="{FF2B5EF4-FFF2-40B4-BE49-F238E27FC236}">
                <a16:creationId xmlns:a16="http://schemas.microsoft.com/office/drawing/2014/main" id="{DD574542-EAC9-CB8E-75A0-5A5ABDC0E0D3}"/>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40947954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28EC5-F673-7AC2-B9D9-AE22894E08A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Content Placeholder 2">
            <a:extLst>
              <a:ext uri="{FF2B5EF4-FFF2-40B4-BE49-F238E27FC236}">
                <a16:creationId xmlns:a16="http://schemas.microsoft.com/office/drawing/2014/main" id="{429CFCF8-B4B4-31D8-330D-975CC428DEB3}"/>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a:extLst>
              <a:ext uri="{FF2B5EF4-FFF2-40B4-BE49-F238E27FC236}">
                <a16:creationId xmlns:a16="http://schemas.microsoft.com/office/drawing/2014/main" id="{E65BC798-7B62-7BCA-68E5-3F865D683445}"/>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0565D7-F887-EE69-609F-EC405F790AA8}"/>
              </a:ext>
            </a:extLst>
          </p:cNvPr>
          <p:cNvSpPr>
            <a:spLocks noGrp="1"/>
          </p:cNvSpPr>
          <p:nvPr>
            <p:ph type="dt" sz="half" idx="10"/>
          </p:nvPr>
        </p:nvSpPr>
        <p:spPr>
          <a:xfrm>
            <a:off x="838200" y="6356350"/>
            <a:ext cx="2743200" cy="365125"/>
          </a:xfrm>
          <a:prstGeom prst="rect">
            <a:avLst/>
          </a:prstGeom>
        </p:spPr>
        <p:txBody>
          <a:bodyPr/>
          <a:lstStyle/>
          <a:p>
            <a:fld id="{718F978F-0EC0-43A1-AC64-0BA6506391BC}" type="datetime1">
              <a:rPr lang="vi-VN" smtClean="0"/>
              <a:t>24/09/2026</a:t>
            </a:fld>
            <a:endParaRPr lang="vi-VN"/>
          </a:p>
        </p:txBody>
      </p:sp>
      <p:sp>
        <p:nvSpPr>
          <p:cNvPr id="6" name="Footer Placeholder 5">
            <a:extLst>
              <a:ext uri="{FF2B5EF4-FFF2-40B4-BE49-F238E27FC236}">
                <a16:creationId xmlns:a16="http://schemas.microsoft.com/office/drawing/2014/main" id="{9DE95D97-3331-AC6C-2DDD-21ACCF665832}"/>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7" name="Slide Number Placeholder 6">
            <a:extLst>
              <a:ext uri="{FF2B5EF4-FFF2-40B4-BE49-F238E27FC236}">
                <a16:creationId xmlns:a16="http://schemas.microsoft.com/office/drawing/2014/main" id="{CBE448C1-F762-44E6-B7AE-9956D6583F31}"/>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50750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F01C5-1380-0DC3-EF38-01EDE8F3B5AF}"/>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vi-VN"/>
          </a:p>
        </p:txBody>
      </p:sp>
      <p:sp>
        <p:nvSpPr>
          <p:cNvPr id="3" name="Picture Placeholder 2">
            <a:extLst>
              <a:ext uri="{FF2B5EF4-FFF2-40B4-BE49-F238E27FC236}">
                <a16:creationId xmlns:a16="http://schemas.microsoft.com/office/drawing/2014/main" id="{7274870F-CB49-6F74-ACD2-D6677FC3F4F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a:extLst>
              <a:ext uri="{FF2B5EF4-FFF2-40B4-BE49-F238E27FC236}">
                <a16:creationId xmlns:a16="http://schemas.microsoft.com/office/drawing/2014/main" id="{77C29274-100A-AAC0-E68F-2263A2C14DE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D1E4AB-A5BE-59B0-A236-C6A1D1EEC690}"/>
              </a:ext>
            </a:extLst>
          </p:cNvPr>
          <p:cNvSpPr>
            <a:spLocks noGrp="1"/>
          </p:cNvSpPr>
          <p:nvPr>
            <p:ph type="dt" sz="half" idx="10"/>
          </p:nvPr>
        </p:nvSpPr>
        <p:spPr>
          <a:xfrm>
            <a:off x="838200" y="6356350"/>
            <a:ext cx="2743200" cy="365125"/>
          </a:xfrm>
          <a:prstGeom prst="rect">
            <a:avLst/>
          </a:prstGeom>
        </p:spPr>
        <p:txBody>
          <a:bodyPr/>
          <a:lstStyle/>
          <a:p>
            <a:fld id="{088D1549-A053-4727-87B4-055556138BA9}" type="datetime1">
              <a:rPr lang="vi-VN" smtClean="0"/>
              <a:t>24/09/2026</a:t>
            </a:fld>
            <a:endParaRPr lang="vi-VN"/>
          </a:p>
        </p:txBody>
      </p:sp>
      <p:sp>
        <p:nvSpPr>
          <p:cNvPr id="6" name="Footer Placeholder 5">
            <a:extLst>
              <a:ext uri="{FF2B5EF4-FFF2-40B4-BE49-F238E27FC236}">
                <a16:creationId xmlns:a16="http://schemas.microsoft.com/office/drawing/2014/main" id="{F8ADC821-FFFC-CCBA-8824-CE814F2617EB}"/>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7" name="Slide Number Placeholder 6">
            <a:extLst>
              <a:ext uri="{FF2B5EF4-FFF2-40B4-BE49-F238E27FC236}">
                <a16:creationId xmlns:a16="http://schemas.microsoft.com/office/drawing/2014/main" id="{7E97EEFC-CED6-A24B-B468-48A37174EEFD}"/>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521554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D1338-6240-7C61-C3AD-E81B8FEE55DB}"/>
              </a:ext>
            </a:extLst>
          </p:cNvPr>
          <p:cNvSpPr>
            <a:spLocks noGrp="1"/>
          </p:cNvSpPr>
          <p:nvPr>
            <p:ph type="title"/>
          </p:nvPr>
        </p:nvSpPr>
        <p:spPr>
          <a:xfrm>
            <a:off x="838200" y="2320384"/>
            <a:ext cx="10515600" cy="1325563"/>
          </a:xfrm>
          <a:prstGeom prst="rect">
            <a:avLst/>
          </a:prstGeom>
        </p:spPr>
        <p:txBody>
          <a:bodyPr/>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C97F6ABD-CA67-A546-5126-5388855D9838}"/>
              </a:ext>
            </a:extLst>
          </p:cNvPr>
          <p:cNvSpPr>
            <a:spLocks noGrp="1"/>
          </p:cNvSpPr>
          <p:nvPr>
            <p:ph type="body" orient="vert" idx="1"/>
          </p:nvPr>
        </p:nvSpPr>
        <p:spPr>
          <a:xfrm>
            <a:off x="718930" y="3645947"/>
            <a:ext cx="10348623" cy="961857"/>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AAA74DEA-B39B-72AD-59D6-00872429F821}"/>
              </a:ext>
            </a:extLst>
          </p:cNvPr>
          <p:cNvSpPr>
            <a:spLocks noGrp="1"/>
          </p:cNvSpPr>
          <p:nvPr>
            <p:ph type="dt" sz="half" idx="10"/>
          </p:nvPr>
        </p:nvSpPr>
        <p:spPr>
          <a:xfrm>
            <a:off x="838200" y="6356350"/>
            <a:ext cx="2743200" cy="365125"/>
          </a:xfrm>
          <a:prstGeom prst="rect">
            <a:avLst/>
          </a:prstGeom>
        </p:spPr>
        <p:txBody>
          <a:bodyPr/>
          <a:lstStyle/>
          <a:p>
            <a:fld id="{70EABAAC-A7A5-49E1-AEA3-9F85A07E8E6A}" type="datetime1">
              <a:rPr lang="vi-VN" smtClean="0"/>
              <a:t>24/09/2026</a:t>
            </a:fld>
            <a:endParaRPr lang="vi-VN"/>
          </a:p>
        </p:txBody>
      </p:sp>
      <p:sp>
        <p:nvSpPr>
          <p:cNvPr id="5" name="Footer Placeholder 4">
            <a:extLst>
              <a:ext uri="{FF2B5EF4-FFF2-40B4-BE49-F238E27FC236}">
                <a16:creationId xmlns:a16="http://schemas.microsoft.com/office/drawing/2014/main" id="{55B8F58C-DE97-39D1-5B0D-F0613E91AE40}"/>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6" name="Slide Number Placeholder 5">
            <a:extLst>
              <a:ext uri="{FF2B5EF4-FFF2-40B4-BE49-F238E27FC236}">
                <a16:creationId xmlns:a16="http://schemas.microsoft.com/office/drawing/2014/main" id="{4C2D87D4-F0AE-5E56-CD4A-ACDD4A579357}"/>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26371793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4B28AC-6CBD-B5BF-ABF8-0C3BD6BADF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vi-VN"/>
          </a:p>
        </p:txBody>
      </p:sp>
      <p:sp>
        <p:nvSpPr>
          <p:cNvPr id="3" name="Vertical Text Placeholder 2">
            <a:extLst>
              <a:ext uri="{FF2B5EF4-FFF2-40B4-BE49-F238E27FC236}">
                <a16:creationId xmlns:a16="http://schemas.microsoft.com/office/drawing/2014/main" id="{156BBB3B-8491-334D-43B8-5E5CEDB85D9E}"/>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a:extLst>
              <a:ext uri="{FF2B5EF4-FFF2-40B4-BE49-F238E27FC236}">
                <a16:creationId xmlns:a16="http://schemas.microsoft.com/office/drawing/2014/main" id="{6AC0EBC7-8D6E-1201-5E0C-05BD0664F04B}"/>
              </a:ext>
            </a:extLst>
          </p:cNvPr>
          <p:cNvSpPr>
            <a:spLocks noGrp="1"/>
          </p:cNvSpPr>
          <p:nvPr>
            <p:ph type="dt" sz="half" idx="10"/>
          </p:nvPr>
        </p:nvSpPr>
        <p:spPr>
          <a:xfrm>
            <a:off x="838200" y="6356350"/>
            <a:ext cx="2743200" cy="365125"/>
          </a:xfrm>
          <a:prstGeom prst="rect">
            <a:avLst/>
          </a:prstGeom>
        </p:spPr>
        <p:txBody>
          <a:bodyPr/>
          <a:lstStyle/>
          <a:p>
            <a:fld id="{D93C4233-AAB6-4971-890D-91938ADF0B15}" type="datetime1">
              <a:rPr lang="vi-VN" smtClean="0"/>
              <a:t>24/09/2026</a:t>
            </a:fld>
            <a:endParaRPr lang="vi-VN"/>
          </a:p>
        </p:txBody>
      </p:sp>
      <p:sp>
        <p:nvSpPr>
          <p:cNvPr id="5" name="Footer Placeholder 4">
            <a:extLst>
              <a:ext uri="{FF2B5EF4-FFF2-40B4-BE49-F238E27FC236}">
                <a16:creationId xmlns:a16="http://schemas.microsoft.com/office/drawing/2014/main" id="{6DBF1361-06AA-B506-AECF-89D155606F1C}"/>
              </a:ext>
            </a:extLst>
          </p:cNvPr>
          <p:cNvSpPr>
            <a:spLocks noGrp="1"/>
          </p:cNvSpPr>
          <p:nvPr>
            <p:ph type="ftr" sz="quarter" idx="11"/>
          </p:nvPr>
        </p:nvSpPr>
        <p:spPr>
          <a:xfrm>
            <a:off x="4038600" y="6356350"/>
            <a:ext cx="4114800" cy="365125"/>
          </a:xfrm>
          <a:prstGeom prst="rect">
            <a:avLst/>
          </a:prstGeom>
        </p:spPr>
        <p:txBody>
          <a:bodyPr/>
          <a:lstStyle/>
          <a:p>
            <a:endParaRPr lang="vi-VN"/>
          </a:p>
        </p:txBody>
      </p:sp>
      <p:sp>
        <p:nvSpPr>
          <p:cNvPr id="6" name="Slide Number Placeholder 5">
            <a:extLst>
              <a:ext uri="{FF2B5EF4-FFF2-40B4-BE49-F238E27FC236}">
                <a16:creationId xmlns:a16="http://schemas.microsoft.com/office/drawing/2014/main" id="{11E3AAE2-3ADF-F783-4AD4-48A6E13E8DAF}"/>
              </a:ext>
            </a:extLst>
          </p:cNvPr>
          <p:cNvSpPr>
            <a:spLocks noGrp="1"/>
          </p:cNvSpPr>
          <p:nvPr>
            <p:ph type="sldNum" sz="quarter" idx="12"/>
          </p:nvPr>
        </p:nvSpPr>
        <p:spPr>
          <a:xfrm>
            <a:off x="8610600" y="6356350"/>
            <a:ext cx="2743200" cy="365125"/>
          </a:xfrm>
          <a:prstGeom prst="rect">
            <a:avLst/>
          </a:prstGeom>
        </p:spPr>
        <p:txBody>
          <a:bodyPr/>
          <a:lstStyle/>
          <a:p>
            <a:fld id="{AEBE8B20-C893-4745-8F74-2378CC1726DA}" type="slidenum">
              <a:rPr lang="vi-VN" smtClean="0"/>
              <a:t>‹#›</a:t>
            </a:fld>
            <a:endParaRPr lang="vi-VN"/>
          </a:p>
        </p:txBody>
      </p:sp>
    </p:spTree>
    <p:extLst>
      <p:ext uri="{BB962C8B-B14F-4D97-AF65-F5344CB8AC3E}">
        <p14:creationId xmlns:p14="http://schemas.microsoft.com/office/powerpoint/2010/main" val="650166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312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5000" b="1" kern="1200">
          <a:solidFill>
            <a:srgbClr val="996633"/>
          </a:solidFill>
          <a:latin typeface="Times New Roman" panose="02020603050405020304" pitchFamily="18" charset="0"/>
          <a:ea typeface="+mj-ea"/>
          <a:cs typeface="Times New Roman" panose="02020603050405020304" pitchFamily="18" charset="0"/>
        </a:defRPr>
      </a:lvl1pPr>
    </p:titleStyle>
    <p:bodyStyle>
      <a:lvl1pPr marL="0" indent="0" algn="ctr" defTabSz="914400" rtl="0" eaLnBrk="1" latinLnBrk="0" hangingPunct="1">
        <a:lnSpc>
          <a:spcPct val="90000"/>
        </a:lnSpc>
        <a:spcBef>
          <a:spcPts val="1000"/>
        </a:spcBef>
        <a:buFont typeface="Arial" panose="020B0604020202020204" pitchFamily="34" charset="0"/>
        <a:buNone/>
        <a:defRPr sz="3200" b="1"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 Target="slide8.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EF17E-3080-7A00-653C-DD4E7823EA6D}"/>
              </a:ext>
            </a:extLst>
          </p:cNvPr>
          <p:cNvSpPr>
            <a:spLocks noGrp="1"/>
          </p:cNvSpPr>
          <p:nvPr>
            <p:ph type="title"/>
          </p:nvPr>
        </p:nvSpPr>
        <p:spPr/>
        <p:txBody>
          <a:bodyPr/>
          <a:lstStyle/>
          <a:p>
            <a:r>
              <a:rPr lang="vi-VN"/>
              <a:t>BỐ CỤC MỘT BÀI THUYẾT TRÌNH</a:t>
            </a:r>
          </a:p>
        </p:txBody>
      </p:sp>
      <p:sp>
        <p:nvSpPr>
          <p:cNvPr id="3" name="Content Placeholder 2">
            <a:extLst>
              <a:ext uri="{FF2B5EF4-FFF2-40B4-BE49-F238E27FC236}">
                <a16:creationId xmlns:a16="http://schemas.microsoft.com/office/drawing/2014/main" id="{AEC9D60A-CF61-C088-CCA6-BD963F41CBF8}"/>
              </a:ext>
            </a:extLst>
          </p:cNvPr>
          <p:cNvSpPr>
            <a:spLocks noGrp="1"/>
          </p:cNvSpPr>
          <p:nvPr>
            <p:ph idx="1"/>
          </p:nvPr>
        </p:nvSpPr>
        <p:spPr/>
        <p:txBody>
          <a:bodyPr/>
          <a:lstStyle/>
          <a:p>
            <a:r>
              <a:rPr lang="vi-VN" err="1"/>
              <a:t>ThS</a:t>
            </a:r>
            <a:r>
              <a:rPr lang="vi-VN"/>
              <a:t>. Họ và Tên</a:t>
            </a:r>
          </a:p>
        </p:txBody>
      </p:sp>
      <p:sp>
        <p:nvSpPr>
          <p:cNvPr id="4" name="TextBox 3">
            <a:extLst>
              <a:ext uri="{FF2B5EF4-FFF2-40B4-BE49-F238E27FC236}">
                <a16:creationId xmlns:a16="http://schemas.microsoft.com/office/drawing/2014/main" id="{17DE3BC9-FCB5-18A7-4517-EDF8C7747D05}"/>
              </a:ext>
            </a:extLst>
          </p:cNvPr>
          <p:cNvSpPr txBox="1"/>
          <p:nvPr/>
        </p:nvSpPr>
        <p:spPr>
          <a:xfrm>
            <a:off x="6096000" y="5554134"/>
            <a:ext cx="4639733" cy="461665"/>
          </a:xfrm>
          <a:prstGeom prst="rect">
            <a:avLst/>
          </a:prstGeom>
          <a:noFill/>
        </p:spPr>
        <p:txBody>
          <a:bodyPr wrap="square" rtlCol="0">
            <a:spAutoFit/>
          </a:bodyPr>
          <a:lstStyle/>
          <a:p>
            <a:r>
              <a:rPr lang="vi-VN" sz="2400" b="1">
                <a:latin typeface="+mj-lt"/>
              </a:rPr>
              <a:t>Trích từ Tủ sách Khoa học VLOS</a:t>
            </a:r>
          </a:p>
        </p:txBody>
      </p:sp>
      <p:sp>
        <p:nvSpPr>
          <p:cNvPr id="5" name="Slide Number Placeholder 4">
            <a:extLst>
              <a:ext uri="{FF2B5EF4-FFF2-40B4-BE49-F238E27FC236}">
                <a16:creationId xmlns:a16="http://schemas.microsoft.com/office/drawing/2014/main" id="{AB32F969-693A-7DC2-8967-45E94F06200D}"/>
              </a:ext>
            </a:extLst>
          </p:cNvPr>
          <p:cNvSpPr>
            <a:spLocks noGrp="1"/>
          </p:cNvSpPr>
          <p:nvPr>
            <p:ph type="sldNum" sz="quarter" idx="12"/>
          </p:nvPr>
        </p:nvSpPr>
        <p:spPr>
          <a:xfrm>
            <a:off x="11139853" y="6356350"/>
            <a:ext cx="606669" cy="365125"/>
          </a:xfrm>
        </p:spPr>
        <p:txBody>
          <a:bodyPr/>
          <a:lstStyle/>
          <a:p>
            <a:fld id="{AEBE8B20-C893-4745-8F74-2378CC1726DA}" type="slidenum">
              <a:rPr lang="vi-VN" smtClean="0"/>
              <a:t>1</a:t>
            </a:fld>
            <a:endParaRPr lang="vi-VN"/>
          </a:p>
        </p:txBody>
      </p:sp>
    </p:spTree>
    <p:extLst>
      <p:ext uri="{BB962C8B-B14F-4D97-AF65-F5344CB8AC3E}">
        <p14:creationId xmlns:p14="http://schemas.microsoft.com/office/powerpoint/2010/main" val="18729990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arn(inVertic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7"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anim calcmode="lin" valueType="num">
                                      <p:cBhvr>
                                        <p:cTn id="17" dur="500" fill="hold"/>
                                        <p:tgtEl>
                                          <p:spTgt spid="4"/>
                                        </p:tgtEl>
                                        <p:attrNameLst>
                                          <p:attrName>ppt_x</p:attrName>
                                        </p:attrNameLst>
                                      </p:cBhvr>
                                      <p:tavLst>
                                        <p:tav tm="0">
                                          <p:val>
                                            <p:strVal val="#ppt_x"/>
                                          </p:val>
                                        </p:tav>
                                        <p:tav tm="100000">
                                          <p:val>
                                            <p:strVal val="#ppt_x"/>
                                          </p:val>
                                        </p:tav>
                                      </p:tavLst>
                                    </p:anim>
                                    <p:anim calcmode="lin" valueType="num">
                                      <p:cBhvr>
                                        <p:cTn id="18" dur="450" decel="100000" fill="hold"/>
                                        <p:tgtEl>
                                          <p:spTgt spid="4"/>
                                        </p:tgtEl>
                                        <p:attrNameLst>
                                          <p:attrName>ppt_y</p:attrName>
                                        </p:attrNameLst>
                                      </p:cBhvr>
                                      <p:tavLst>
                                        <p:tav tm="0">
                                          <p:val>
                                            <p:strVal val="#ppt_y+1"/>
                                          </p:val>
                                        </p:tav>
                                        <p:tav tm="100000">
                                          <p:val>
                                            <p:strVal val="#ppt_y-.03"/>
                                          </p:val>
                                        </p:tav>
                                      </p:tavLst>
                                    </p:anim>
                                    <p:anim calcmode="lin" valueType="num">
                                      <p:cBhvr>
                                        <p:cTn id="19" dur="50" accel="100000" fill="hold">
                                          <p:stCondLst>
                                            <p:cond delay="45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54574-0F8E-0291-1E06-420E72C55B31}"/>
              </a:ext>
            </a:extLst>
          </p:cNvPr>
          <p:cNvSpPr>
            <a:spLocks noGrp="1"/>
          </p:cNvSpPr>
          <p:nvPr>
            <p:ph type="title"/>
          </p:nvPr>
        </p:nvSpPr>
        <p:spPr>
          <a:xfrm>
            <a:off x="635441" y="977967"/>
            <a:ext cx="10515600" cy="1325563"/>
          </a:xfrm>
        </p:spPr>
        <p:txBody>
          <a:bodyPr/>
          <a:lstStyle/>
          <a:p>
            <a:pPr algn="l"/>
            <a:r>
              <a:rPr lang="vi-VN"/>
              <a:t>Giới thiệu</a:t>
            </a:r>
          </a:p>
        </p:txBody>
      </p:sp>
      <p:sp>
        <p:nvSpPr>
          <p:cNvPr id="3" name="Content Placeholder 2">
            <a:extLst>
              <a:ext uri="{FF2B5EF4-FFF2-40B4-BE49-F238E27FC236}">
                <a16:creationId xmlns:a16="http://schemas.microsoft.com/office/drawing/2014/main" id="{1F84244A-C914-13C2-25ED-5B1775FC47BB}"/>
              </a:ext>
            </a:extLst>
          </p:cNvPr>
          <p:cNvSpPr>
            <a:spLocks noGrp="1"/>
          </p:cNvSpPr>
          <p:nvPr>
            <p:ph idx="1"/>
          </p:nvPr>
        </p:nvSpPr>
        <p:spPr>
          <a:xfrm>
            <a:off x="635441" y="2120009"/>
            <a:ext cx="10348623" cy="961857"/>
          </a:xfrm>
        </p:spPr>
        <p:txBody>
          <a:bodyPr/>
          <a:lstStyle/>
          <a:p>
            <a:pPr marL="457200" indent="-457200" algn="l">
              <a:buFont typeface="Arial" panose="020B0604020202020204" pitchFamily="34" charset="0"/>
              <a:buChar char="•"/>
            </a:pPr>
            <a:r>
              <a:rPr lang="vi-VN" b="0"/>
              <a:t>Phần mở đầu</a:t>
            </a:r>
          </a:p>
          <a:p>
            <a:pPr algn="l"/>
            <a:r>
              <a:rPr lang="vi-VN" b="0"/>
              <a:t>     _ Cần đạt được mục đích</a:t>
            </a:r>
          </a:p>
          <a:p>
            <a:pPr marL="457200" indent="-457200" algn="l">
              <a:buFont typeface="Arial" panose="020B0604020202020204" pitchFamily="34" charset="0"/>
              <a:buChar char="•"/>
            </a:pPr>
            <a:r>
              <a:rPr lang="vi-VN" b="0"/>
              <a:t>Phần chính </a:t>
            </a:r>
          </a:p>
          <a:p>
            <a:pPr algn="l"/>
            <a:r>
              <a:rPr lang="vi-VN" b="0"/>
              <a:t>     _ Đưa ra giải pháp ý kiến </a:t>
            </a:r>
          </a:p>
          <a:p>
            <a:pPr marL="457200" indent="-457200" algn="l">
              <a:buFont typeface="Arial" panose="020B0604020202020204" pitchFamily="34" charset="0"/>
              <a:buChar char="•"/>
            </a:pPr>
            <a:r>
              <a:rPr lang="vi-VN" b="0"/>
              <a:t>Phần kết</a:t>
            </a:r>
          </a:p>
          <a:p>
            <a:pPr algn="l"/>
            <a:r>
              <a:rPr lang="vi-VN" b="0"/>
              <a:t>     _ Tóm tắt các nội dung đã được trình bày</a:t>
            </a:r>
          </a:p>
        </p:txBody>
      </p:sp>
      <p:sp>
        <p:nvSpPr>
          <p:cNvPr id="4" name="Slide Number Placeholder 3">
            <a:extLst>
              <a:ext uri="{FF2B5EF4-FFF2-40B4-BE49-F238E27FC236}">
                <a16:creationId xmlns:a16="http://schemas.microsoft.com/office/drawing/2014/main" id="{CFF57924-E12B-6B1F-07B9-697EA7486E61}"/>
              </a:ext>
            </a:extLst>
          </p:cNvPr>
          <p:cNvSpPr>
            <a:spLocks noGrp="1"/>
          </p:cNvSpPr>
          <p:nvPr>
            <p:ph type="sldNum" sz="quarter" idx="12"/>
          </p:nvPr>
        </p:nvSpPr>
        <p:spPr>
          <a:xfrm>
            <a:off x="11151040" y="6356350"/>
            <a:ext cx="648235" cy="365125"/>
          </a:xfrm>
        </p:spPr>
        <p:txBody>
          <a:bodyPr/>
          <a:lstStyle/>
          <a:p>
            <a:fld id="{AEBE8B20-C893-4745-8F74-2378CC1726DA}" type="slidenum">
              <a:rPr lang="vi-VN" smtClean="0"/>
              <a:t>2</a:t>
            </a:fld>
            <a:endParaRPr lang="vi-VN"/>
          </a:p>
        </p:txBody>
      </p:sp>
    </p:spTree>
    <p:extLst>
      <p:ext uri="{BB962C8B-B14F-4D97-AF65-F5344CB8AC3E}">
        <p14:creationId xmlns:p14="http://schemas.microsoft.com/office/powerpoint/2010/main" val="35039331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randombar(horizontal)">
                                      <p:cBhvr>
                                        <p:cTn id="12" dur="500"/>
                                        <p:tgtEl>
                                          <p:spTgt spid="3">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randombar(horizontal)">
                                      <p:cBhvr>
                                        <p:cTn id="15" dur="500"/>
                                        <p:tgtEl>
                                          <p:spTgt spid="3">
                                            <p:txEl>
                                              <p:pRg st="1" end="1"/>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randombar(horizontal)">
                                      <p:cBhvr>
                                        <p:cTn id="18" dur="500"/>
                                        <p:tgtEl>
                                          <p:spTgt spid="3">
                                            <p:txEl>
                                              <p:pRg st="2" end="2"/>
                                            </p:txEl>
                                          </p:spTgt>
                                        </p:tgtEl>
                                      </p:cBhvr>
                                    </p:animEffect>
                                  </p:childTnLst>
                                </p:cTn>
                              </p:par>
                              <p:par>
                                <p:cTn id="19" presetID="14" presetClass="entr" presetSubtype="1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randombar(horizontal)">
                                      <p:cBhvr>
                                        <p:cTn id="21" dur="500"/>
                                        <p:tgtEl>
                                          <p:spTgt spid="3">
                                            <p:txEl>
                                              <p:pRg st="3" end="3"/>
                                            </p:txEl>
                                          </p:spTgt>
                                        </p:tgtEl>
                                      </p:cBhvr>
                                    </p:animEffect>
                                  </p:childTnLst>
                                </p:cTn>
                              </p:par>
                              <p:par>
                                <p:cTn id="22" presetID="14" presetClass="entr" presetSubtype="1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randombar(horizontal)">
                                      <p:cBhvr>
                                        <p:cTn id="24" dur="500"/>
                                        <p:tgtEl>
                                          <p:spTgt spid="3">
                                            <p:txEl>
                                              <p:pRg st="4" end="4"/>
                                            </p:txEl>
                                          </p:spTgt>
                                        </p:tgtEl>
                                      </p:cBhvr>
                                    </p:animEffect>
                                  </p:childTnLst>
                                </p:cTn>
                              </p:par>
                              <p:par>
                                <p:cTn id="25" presetID="14" presetClass="entr" presetSubtype="10"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randombar(horizontal)">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B27AFE-434E-B138-F423-00377A3B57A9}"/>
              </a:ext>
            </a:extLst>
          </p:cNvPr>
          <p:cNvSpPr>
            <a:spLocks noGrp="1"/>
          </p:cNvSpPr>
          <p:nvPr>
            <p:ph type="title"/>
          </p:nvPr>
        </p:nvSpPr>
        <p:spPr>
          <a:xfrm>
            <a:off x="838200" y="754051"/>
            <a:ext cx="10515600" cy="1325563"/>
          </a:xfrm>
        </p:spPr>
        <p:txBody>
          <a:bodyPr/>
          <a:lstStyle/>
          <a:p>
            <a:pPr algn="l"/>
            <a:r>
              <a:rPr lang="vi-VN"/>
              <a:t>Phần mở đầu</a:t>
            </a:r>
          </a:p>
        </p:txBody>
      </p:sp>
      <p:sp>
        <p:nvSpPr>
          <p:cNvPr id="4" name="TextBox 3">
            <a:extLst>
              <a:ext uri="{FF2B5EF4-FFF2-40B4-BE49-F238E27FC236}">
                <a16:creationId xmlns:a16="http://schemas.microsoft.com/office/drawing/2014/main" id="{9968EACE-C654-986B-09C8-7DB366260184}"/>
              </a:ext>
            </a:extLst>
          </p:cNvPr>
          <p:cNvSpPr txBox="1"/>
          <p:nvPr/>
        </p:nvSpPr>
        <p:spPr>
          <a:xfrm>
            <a:off x="838200" y="1800214"/>
            <a:ext cx="8339667" cy="4031873"/>
          </a:xfrm>
          <a:prstGeom prst="rect">
            <a:avLst/>
          </a:prstGeom>
          <a:noFill/>
        </p:spPr>
        <p:txBody>
          <a:bodyPr wrap="square" rtlCol="0">
            <a:spAutoFit/>
          </a:bodyPr>
          <a:lstStyle/>
          <a:p>
            <a:pPr marL="457200" indent="-457200">
              <a:buFont typeface="Arial" panose="020B0604020202020204" pitchFamily="34" charset="0"/>
              <a:buChar char="•"/>
            </a:pPr>
            <a:r>
              <a:rPr lang="vi-VN" sz="3200">
                <a:latin typeface="+mj-lt"/>
              </a:rPr>
              <a:t>Thu hút sự chú ý của người nghe</a:t>
            </a:r>
          </a:p>
          <a:p>
            <a:r>
              <a:rPr lang="vi-VN" sz="3200">
                <a:latin typeface="+mj-lt"/>
              </a:rPr>
              <a:t>     _ </a:t>
            </a:r>
            <a:r>
              <a:rPr lang="vi-VN" sz="3200">
                <a:latin typeface="+mj-lt"/>
                <a:hlinkClick r:id="rId2" action="ppaction://hlinksldjump"/>
              </a:rPr>
              <a:t>Sử dụng một đoạn trích dẫn</a:t>
            </a:r>
            <a:endParaRPr lang="vi-VN" sz="3200">
              <a:latin typeface="+mj-lt"/>
            </a:endParaRPr>
          </a:p>
          <a:p>
            <a:r>
              <a:rPr lang="vi-VN" sz="3200">
                <a:latin typeface="+mj-lt"/>
              </a:rPr>
              <a:t>     _ Một câu hỏi </a:t>
            </a:r>
          </a:p>
          <a:p>
            <a:r>
              <a:rPr lang="vi-VN" sz="3200">
                <a:latin typeface="+mj-lt"/>
              </a:rPr>
              <a:t>     _ Một lời hứa</a:t>
            </a:r>
          </a:p>
          <a:p>
            <a:r>
              <a:rPr lang="vi-VN" sz="3200">
                <a:latin typeface="+mj-lt"/>
              </a:rPr>
              <a:t>     _ Thậm chí làm mọi người phải hoạt động</a:t>
            </a:r>
          </a:p>
          <a:p>
            <a:pPr marL="457200" indent="-457200">
              <a:buFont typeface="Arial" panose="020B0604020202020204" pitchFamily="34" charset="0"/>
              <a:buChar char="•"/>
            </a:pPr>
            <a:r>
              <a:rPr lang="vi-VN" sz="3200">
                <a:latin typeface="+mj-lt"/>
              </a:rPr>
              <a:t>Tóm lượt các nội dung liên quan   </a:t>
            </a:r>
          </a:p>
          <a:p>
            <a:r>
              <a:rPr lang="vi-VN" sz="3200">
                <a:latin typeface="+mj-lt"/>
              </a:rPr>
              <a:t>     _ Đã được trình bày</a:t>
            </a:r>
          </a:p>
          <a:p>
            <a:r>
              <a:rPr lang="vi-VN" sz="3200">
                <a:latin typeface="+mj-lt"/>
              </a:rPr>
              <a:t>     _ Được đa số người nghe biết rõ </a:t>
            </a:r>
          </a:p>
        </p:txBody>
      </p:sp>
      <p:sp>
        <p:nvSpPr>
          <p:cNvPr id="5" name="Slide Number Placeholder 4">
            <a:extLst>
              <a:ext uri="{FF2B5EF4-FFF2-40B4-BE49-F238E27FC236}">
                <a16:creationId xmlns:a16="http://schemas.microsoft.com/office/drawing/2014/main" id="{4CF5F99B-014D-1EFD-5033-3C88E78AEDB4}"/>
              </a:ext>
            </a:extLst>
          </p:cNvPr>
          <p:cNvSpPr>
            <a:spLocks noGrp="1"/>
          </p:cNvSpPr>
          <p:nvPr>
            <p:ph type="sldNum" sz="quarter" idx="12"/>
          </p:nvPr>
        </p:nvSpPr>
        <p:spPr>
          <a:xfrm>
            <a:off x="11139854" y="6356350"/>
            <a:ext cx="633046" cy="365125"/>
          </a:xfrm>
        </p:spPr>
        <p:txBody>
          <a:bodyPr/>
          <a:lstStyle/>
          <a:p>
            <a:fld id="{AEBE8B20-C893-4745-8F74-2378CC1726DA}" type="slidenum">
              <a:rPr lang="vi-VN" smtClean="0"/>
              <a:t>3</a:t>
            </a:fld>
            <a:endParaRPr lang="vi-VN"/>
          </a:p>
        </p:txBody>
      </p:sp>
    </p:spTree>
    <p:extLst>
      <p:ext uri="{BB962C8B-B14F-4D97-AF65-F5344CB8AC3E}">
        <p14:creationId xmlns:p14="http://schemas.microsoft.com/office/powerpoint/2010/main" val="238260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E3ED3-CEB5-42CE-725F-07E7B6774DCD}"/>
              </a:ext>
            </a:extLst>
          </p:cNvPr>
          <p:cNvSpPr>
            <a:spLocks noGrp="1"/>
          </p:cNvSpPr>
          <p:nvPr>
            <p:ph type="title"/>
          </p:nvPr>
        </p:nvSpPr>
        <p:spPr>
          <a:xfrm>
            <a:off x="838200" y="754051"/>
            <a:ext cx="10515600" cy="1325563"/>
          </a:xfrm>
        </p:spPr>
        <p:txBody>
          <a:bodyPr/>
          <a:lstStyle/>
          <a:p>
            <a:pPr algn="l"/>
            <a:r>
              <a:rPr lang="vi-VN"/>
              <a:t>Phần chính</a:t>
            </a:r>
          </a:p>
        </p:txBody>
      </p:sp>
      <p:sp>
        <p:nvSpPr>
          <p:cNvPr id="5" name="TextBox 4">
            <a:extLst>
              <a:ext uri="{FF2B5EF4-FFF2-40B4-BE49-F238E27FC236}">
                <a16:creationId xmlns:a16="http://schemas.microsoft.com/office/drawing/2014/main" id="{338FC271-ACDC-DBEB-8ADF-FE3B32C8A8D3}"/>
              </a:ext>
            </a:extLst>
          </p:cNvPr>
          <p:cNvSpPr txBox="1"/>
          <p:nvPr/>
        </p:nvSpPr>
        <p:spPr>
          <a:xfrm>
            <a:off x="838199" y="1938279"/>
            <a:ext cx="8517467" cy="3046988"/>
          </a:xfrm>
          <a:prstGeom prst="rect">
            <a:avLst/>
          </a:prstGeom>
          <a:noFill/>
        </p:spPr>
        <p:txBody>
          <a:bodyPr wrap="square" rtlCol="0">
            <a:spAutoFit/>
          </a:bodyPr>
          <a:lstStyle/>
          <a:p>
            <a:pPr marL="457200" indent="-457200">
              <a:buFont typeface="Arial" panose="020B0604020202020204" pitchFamily="34" charset="0"/>
              <a:buChar char="•"/>
            </a:pPr>
            <a:r>
              <a:rPr lang="vi-VN" sz="3200">
                <a:latin typeface="+mj-lt"/>
              </a:rPr>
              <a:t>Phần chính với các nội dung</a:t>
            </a:r>
          </a:p>
          <a:p>
            <a:r>
              <a:rPr lang="vi-VN" sz="3200">
                <a:latin typeface="+mj-lt"/>
              </a:rPr>
              <a:t>     _ Vấn đề cần giải quyết, yếu cầu công việc</a:t>
            </a:r>
          </a:p>
          <a:p>
            <a:r>
              <a:rPr lang="vi-VN" sz="3200">
                <a:latin typeface="+mj-lt"/>
              </a:rPr>
              <a:t>     _ Ý tưởng và giải pháp</a:t>
            </a:r>
          </a:p>
          <a:p>
            <a:r>
              <a:rPr lang="vi-VN" sz="3200">
                <a:latin typeface="+mj-lt"/>
              </a:rPr>
              <a:t>     _ </a:t>
            </a:r>
            <a:r>
              <a:rPr lang="vi-VN" sz="3200">
                <a:latin typeface="+mj-lt"/>
                <a:hlinkClick r:id="rId2" action="ppaction://hlinksldjump"/>
              </a:rPr>
              <a:t>Cung cấp ví dụ để chứng minh</a:t>
            </a:r>
            <a:endParaRPr lang="vi-VN" sz="3200">
              <a:latin typeface="+mj-lt"/>
            </a:endParaRPr>
          </a:p>
          <a:p>
            <a:r>
              <a:rPr lang="vi-VN" sz="3200">
                <a:latin typeface="+mj-lt"/>
              </a:rPr>
              <a:t>     _ Lợi ích khi áp dụng giải pháp</a:t>
            </a:r>
          </a:p>
          <a:p>
            <a:r>
              <a:rPr lang="vi-VN" sz="3200">
                <a:latin typeface="+mj-lt"/>
              </a:rPr>
              <a:t>     _ Chương trình hành động/ các việc làm cụ thể</a:t>
            </a:r>
          </a:p>
        </p:txBody>
      </p:sp>
      <p:sp>
        <p:nvSpPr>
          <p:cNvPr id="7" name="Slide Number Placeholder 6">
            <a:extLst>
              <a:ext uri="{FF2B5EF4-FFF2-40B4-BE49-F238E27FC236}">
                <a16:creationId xmlns:a16="http://schemas.microsoft.com/office/drawing/2014/main" id="{51442416-0E20-EC1F-85B4-EA6EBAAA3246}"/>
              </a:ext>
            </a:extLst>
          </p:cNvPr>
          <p:cNvSpPr>
            <a:spLocks noGrp="1"/>
          </p:cNvSpPr>
          <p:nvPr>
            <p:ph type="sldNum" sz="quarter" idx="12"/>
          </p:nvPr>
        </p:nvSpPr>
        <p:spPr>
          <a:xfrm>
            <a:off x="11131062" y="6356350"/>
            <a:ext cx="222738" cy="365125"/>
          </a:xfrm>
        </p:spPr>
        <p:txBody>
          <a:bodyPr/>
          <a:lstStyle/>
          <a:p>
            <a:fld id="{AEBE8B20-C893-4745-8F74-2378CC1726DA}" type="slidenum">
              <a:rPr lang="vi-VN" smtClean="0"/>
              <a:t>4</a:t>
            </a:fld>
            <a:endParaRPr lang="vi-VN"/>
          </a:p>
        </p:txBody>
      </p:sp>
    </p:spTree>
    <p:extLst>
      <p:ext uri="{BB962C8B-B14F-4D97-AF65-F5344CB8AC3E}">
        <p14:creationId xmlns:p14="http://schemas.microsoft.com/office/powerpoint/2010/main" val="12833263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1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E21B-4C3B-3CF6-6AAC-A600EE6B8531}"/>
              </a:ext>
            </a:extLst>
          </p:cNvPr>
          <p:cNvSpPr>
            <a:spLocks noGrp="1"/>
          </p:cNvSpPr>
          <p:nvPr>
            <p:ph type="title"/>
          </p:nvPr>
        </p:nvSpPr>
        <p:spPr>
          <a:xfrm>
            <a:off x="838200" y="762517"/>
            <a:ext cx="10515600" cy="1325563"/>
          </a:xfrm>
        </p:spPr>
        <p:txBody>
          <a:bodyPr/>
          <a:lstStyle/>
          <a:p>
            <a:pPr algn="l"/>
            <a:r>
              <a:rPr lang="vi-VN"/>
              <a:t>Phần kết</a:t>
            </a:r>
          </a:p>
        </p:txBody>
      </p:sp>
      <p:sp>
        <p:nvSpPr>
          <p:cNvPr id="4" name="TextBox 3">
            <a:extLst>
              <a:ext uri="{FF2B5EF4-FFF2-40B4-BE49-F238E27FC236}">
                <a16:creationId xmlns:a16="http://schemas.microsoft.com/office/drawing/2014/main" id="{50C1CC50-DEC8-18F2-BE2D-18C5338C0353}"/>
              </a:ext>
            </a:extLst>
          </p:cNvPr>
          <p:cNvSpPr txBox="1"/>
          <p:nvPr/>
        </p:nvSpPr>
        <p:spPr>
          <a:xfrm>
            <a:off x="948266" y="2088080"/>
            <a:ext cx="8678334" cy="1569660"/>
          </a:xfrm>
          <a:prstGeom prst="rect">
            <a:avLst/>
          </a:prstGeom>
          <a:noFill/>
        </p:spPr>
        <p:txBody>
          <a:bodyPr wrap="square" rtlCol="0">
            <a:spAutoFit/>
          </a:bodyPr>
          <a:lstStyle/>
          <a:p>
            <a:pPr marL="285750" indent="-285750">
              <a:buFont typeface="Arial" panose="020B0604020202020204" pitchFamily="34" charset="0"/>
              <a:buChar char="•"/>
            </a:pPr>
            <a:r>
              <a:rPr lang="vi-VN" sz="3000">
                <a:latin typeface="+mj-lt"/>
              </a:rPr>
              <a:t>  </a:t>
            </a:r>
            <a:r>
              <a:rPr lang="vi-VN" sz="3200">
                <a:latin typeface="+mj-lt"/>
              </a:rPr>
              <a:t>Tóm tắt</a:t>
            </a:r>
          </a:p>
          <a:p>
            <a:pPr marL="285750" indent="-285750">
              <a:buFont typeface="Arial" panose="020B0604020202020204" pitchFamily="34" charset="0"/>
              <a:buChar char="•"/>
            </a:pPr>
            <a:r>
              <a:rPr lang="vi-VN" sz="3200">
                <a:latin typeface="+mj-lt"/>
              </a:rPr>
              <a:t>  Kết luận cuối cùng</a:t>
            </a:r>
          </a:p>
          <a:p>
            <a:r>
              <a:rPr lang="vi-VN" sz="3200">
                <a:latin typeface="+mj-lt"/>
              </a:rPr>
              <a:t>     _ Liệu còn điều gì bạn muốn người nghe ghi nhớ</a:t>
            </a:r>
          </a:p>
        </p:txBody>
      </p:sp>
      <p:sp>
        <p:nvSpPr>
          <p:cNvPr id="5" name="Slide Number Placeholder 4">
            <a:extLst>
              <a:ext uri="{FF2B5EF4-FFF2-40B4-BE49-F238E27FC236}">
                <a16:creationId xmlns:a16="http://schemas.microsoft.com/office/drawing/2014/main" id="{7C8503FB-99F9-781B-DCD7-BE9B1AFD1A67}"/>
              </a:ext>
            </a:extLst>
          </p:cNvPr>
          <p:cNvSpPr>
            <a:spLocks noGrp="1"/>
          </p:cNvSpPr>
          <p:nvPr>
            <p:ph type="sldNum" sz="quarter" idx="12"/>
          </p:nvPr>
        </p:nvSpPr>
        <p:spPr>
          <a:xfrm>
            <a:off x="11131062" y="6356350"/>
            <a:ext cx="222738" cy="365125"/>
          </a:xfrm>
        </p:spPr>
        <p:txBody>
          <a:bodyPr/>
          <a:lstStyle/>
          <a:p>
            <a:fld id="{AEBE8B20-C893-4745-8F74-2378CC1726DA}" type="slidenum">
              <a:rPr lang="vi-VN" smtClean="0"/>
              <a:t>5</a:t>
            </a:fld>
            <a:endParaRPr lang="vi-VN"/>
          </a:p>
        </p:txBody>
      </p:sp>
    </p:spTree>
    <p:extLst>
      <p:ext uri="{BB962C8B-B14F-4D97-AF65-F5344CB8AC3E}">
        <p14:creationId xmlns:p14="http://schemas.microsoft.com/office/powerpoint/2010/main" val="125552204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1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A07EBB-9FBF-90CB-FF16-C4C48A738861}"/>
              </a:ext>
            </a:extLst>
          </p:cNvPr>
          <p:cNvSpPr>
            <a:spLocks noGrp="1"/>
          </p:cNvSpPr>
          <p:nvPr>
            <p:ph idx="1"/>
          </p:nvPr>
        </p:nvSpPr>
        <p:spPr>
          <a:xfrm>
            <a:off x="1390139" y="3205263"/>
            <a:ext cx="10348623" cy="961857"/>
          </a:xfrm>
        </p:spPr>
        <p:txBody>
          <a:bodyPr/>
          <a:lstStyle/>
          <a:p>
            <a:r>
              <a:rPr lang="vi-VN" sz="4000"/>
              <a:t>Cám ơn sự chú ý của quý vị</a:t>
            </a:r>
          </a:p>
        </p:txBody>
      </p:sp>
      <p:sp>
        <p:nvSpPr>
          <p:cNvPr id="4" name="Slide Number Placeholder 3">
            <a:extLst>
              <a:ext uri="{FF2B5EF4-FFF2-40B4-BE49-F238E27FC236}">
                <a16:creationId xmlns:a16="http://schemas.microsoft.com/office/drawing/2014/main" id="{333611A1-1B98-201D-DF40-15C9F1396DC2}"/>
              </a:ext>
            </a:extLst>
          </p:cNvPr>
          <p:cNvSpPr>
            <a:spLocks noGrp="1"/>
          </p:cNvSpPr>
          <p:nvPr>
            <p:ph type="sldNum" sz="quarter" idx="12"/>
          </p:nvPr>
        </p:nvSpPr>
        <p:spPr>
          <a:xfrm>
            <a:off x="11131062" y="6356350"/>
            <a:ext cx="222738" cy="365125"/>
          </a:xfrm>
        </p:spPr>
        <p:txBody>
          <a:bodyPr/>
          <a:lstStyle/>
          <a:p>
            <a:fld id="{AEBE8B20-C893-4745-8F74-2378CC1726DA}" type="slidenum">
              <a:rPr lang="vi-VN" smtClean="0"/>
              <a:t>6</a:t>
            </a:fld>
            <a:endParaRPr lang="vi-VN"/>
          </a:p>
        </p:txBody>
      </p:sp>
    </p:spTree>
    <p:extLst>
      <p:ext uri="{BB962C8B-B14F-4D97-AF65-F5344CB8AC3E}">
        <p14:creationId xmlns:p14="http://schemas.microsoft.com/office/powerpoint/2010/main" val="243470787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9DBCA-9B9B-88DD-B79B-55957E8E653F}"/>
              </a:ext>
            </a:extLst>
          </p:cNvPr>
          <p:cNvSpPr>
            <a:spLocks noGrp="1"/>
          </p:cNvSpPr>
          <p:nvPr>
            <p:ph type="title"/>
          </p:nvPr>
        </p:nvSpPr>
        <p:spPr>
          <a:xfrm>
            <a:off x="866662" y="761999"/>
            <a:ext cx="10515600" cy="1642533"/>
          </a:xfrm>
        </p:spPr>
        <p:txBody>
          <a:bodyPr/>
          <a:lstStyle/>
          <a:p>
            <a:pPr algn="l"/>
            <a:r>
              <a:rPr lang="vi-VN" sz="3200"/>
              <a:t>Ví</a:t>
            </a:r>
            <a:r>
              <a:rPr lang="vi-VN" sz="3600"/>
              <a:t> dụ: sử dụng một đoạn trích dẫn khi giới thiệu</a:t>
            </a:r>
          </a:p>
        </p:txBody>
      </p:sp>
      <p:sp>
        <p:nvSpPr>
          <p:cNvPr id="4" name="TextBox 3">
            <a:extLst>
              <a:ext uri="{FF2B5EF4-FFF2-40B4-BE49-F238E27FC236}">
                <a16:creationId xmlns:a16="http://schemas.microsoft.com/office/drawing/2014/main" id="{7A3E97C0-2788-8CF7-394C-A4812BAAB9B2}"/>
              </a:ext>
            </a:extLst>
          </p:cNvPr>
          <p:cNvSpPr txBox="1"/>
          <p:nvPr/>
        </p:nvSpPr>
        <p:spPr>
          <a:xfrm>
            <a:off x="974387" y="1410309"/>
            <a:ext cx="10243226" cy="5478423"/>
          </a:xfrm>
          <a:prstGeom prst="rect">
            <a:avLst/>
          </a:prstGeom>
          <a:noFill/>
        </p:spPr>
        <p:txBody>
          <a:bodyPr wrap="square" rtlCol="0">
            <a:spAutoFit/>
          </a:bodyPr>
          <a:lstStyle/>
          <a:p>
            <a:pPr marL="457200" indent="-457200" algn="just">
              <a:buFont typeface="Arial" panose="020B0604020202020204" pitchFamily="34" charset="0"/>
              <a:buChar char="•"/>
            </a:pPr>
            <a:r>
              <a:rPr lang="vi-VN" sz="3200">
                <a:latin typeface="+mj-lt"/>
              </a:rPr>
              <a:t>Ví dụ: Ta có thể phát biểu trích dẫn lợi ích khi học ngành</a:t>
            </a:r>
          </a:p>
          <a:p>
            <a:pPr algn="just"/>
            <a:r>
              <a:rPr lang="vi-VN" sz="3200">
                <a:latin typeface="+mj-lt"/>
              </a:rPr>
              <a:t>công nghệ thông tin</a:t>
            </a:r>
          </a:p>
          <a:p>
            <a:pPr algn="just"/>
            <a:r>
              <a:rPr lang="vi-VN" sz="3200">
                <a:latin typeface="+mj-lt"/>
              </a:rPr>
              <a:t>     “Hàng năm, công nghệ mới luôn được phát triển và thể hiện tầm quan trọng của nó đối với cuộc sống. Các doanh nghiệp cũng thay đổi theo hướng cập nhật công nghệ thông tin và yêu cầu sự thay đổi về nhân sự giỏi công nghệ. Ngành học CNTT được coi là lĩnh vực ngày một phát triển và trở nên hữu ích cho các bạn muốn xây dựng sự nghiệp với ngành này. Vậy những lợi ích khi học ngành CNTT là gì?” </a:t>
            </a:r>
            <a:endParaRPr lang="vi-VN" sz="3200" b="0">
              <a:effectLst/>
              <a:latin typeface="+mj-lt"/>
            </a:endParaRPr>
          </a:p>
          <a:p>
            <a:pPr algn="just"/>
            <a:br>
              <a:rPr lang="vi-VN" sz="3200"/>
            </a:br>
            <a:endParaRPr lang="vi-VN" sz="3000">
              <a:latin typeface="+mj-lt"/>
            </a:endParaRPr>
          </a:p>
        </p:txBody>
      </p:sp>
      <p:sp>
        <p:nvSpPr>
          <p:cNvPr id="5" name="Slide Number Placeholder 4">
            <a:extLst>
              <a:ext uri="{FF2B5EF4-FFF2-40B4-BE49-F238E27FC236}">
                <a16:creationId xmlns:a16="http://schemas.microsoft.com/office/drawing/2014/main" id="{9B87C237-C464-C242-41C3-9A9F2AC4EDF0}"/>
              </a:ext>
            </a:extLst>
          </p:cNvPr>
          <p:cNvSpPr>
            <a:spLocks noGrp="1"/>
          </p:cNvSpPr>
          <p:nvPr>
            <p:ph type="sldNum" sz="quarter" idx="12"/>
          </p:nvPr>
        </p:nvSpPr>
        <p:spPr>
          <a:xfrm>
            <a:off x="11131062" y="6356350"/>
            <a:ext cx="222738" cy="365125"/>
          </a:xfrm>
        </p:spPr>
        <p:txBody>
          <a:bodyPr/>
          <a:lstStyle/>
          <a:p>
            <a:fld id="{AEBE8B20-C893-4745-8F74-2378CC1726DA}" type="slidenum">
              <a:rPr lang="vi-VN" smtClean="0"/>
              <a:t>7</a:t>
            </a:fld>
            <a:endParaRPr lang="vi-VN"/>
          </a:p>
        </p:txBody>
      </p:sp>
      <p:sp>
        <p:nvSpPr>
          <p:cNvPr id="7" name="Action Button: Return 6">
            <a:hlinkClick r:id="rId3" action="ppaction://hlinksldjump" highlightClick="1"/>
            <a:extLst>
              <a:ext uri="{FF2B5EF4-FFF2-40B4-BE49-F238E27FC236}">
                <a16:creationId xmlns:a16="http://schemas.microsoft.com/office/drawing/2014/main" id="{C97FA704-DD30-C582-6501-5E7F7068CB3B}"/>
              </a:ext>
            </a:extLst>
          </p:cNvPr>
          <p:cNvSpPr/>
          <p:nvPr/>
        </p:nvSpPr>
        <p:spPr>
          <a:xfrm>
            <a:off x="6124462" y="5942867"/>
            <a:ext cx="1266092" cy="826966"/>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2569357950"/>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trips(down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F099F-7DF1-3D6C-63F4-A763B9C43C80}"/>
              </a:ext>
            </a:extLst>
          </p:cNvPr>
          <p:cNvSpPr>
            <a:spLocks noGrp="1"/>
          </p:cNvSpPr>
          <p:nvPr>
            <p:ph type="title"/>
          </p:nvPr>
        </p:nvSpPr>
        <p:spPr>
          <a:xfrm>
            <a:off x="905934" y="813317"/>
            <a:ext cx="7501466" cy="1325563"/>
          </a:xfrm>
        </p:spPr>
        <p:txBody>
          <a:bodyPr/>
          <a:lstStyle/>
          <a:p>
            <a:pPr algn="l"/>
            <a:r>
              <a:rPr lang="vi-VN" sz="3600"/>
              <a:t>Ví dụ minh chứng một vấn đề</a:t>
            </a:r>
          </a:p>
        </p:txBody>
      </p:sp>
      <p:pic>
        <p:nvPicPr>
          <p:cNvPr id="8" name="Picture 7">
            <a:extLst>
              <a:ext uri="{FF2B5EF4-FFF2-40B4-BE49-F238E27FC236}">
                <a16:creationId xmlns:a16="http://schemas.microsoft.com/office/drawing/2014/main" id="{17828ED2-AF06-1F0F-3261-2997F996EE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3611" y="2450015"/>
            <a:ext cx="8784778" cy="3594668"/>
          </a:xfrm>
          <a:prstGeom prst="rect">
            <a:avLst/>
          </a:prstGeom>
        </p:spPr>
      </p:pic>
      <p:sp>
        <p:nvSpPr>
          <p:cNvPr id="9" name="TextBox 8">
            <a:extLst>
              <a:ext uri="{FF2B5EF4-FFF2-40B4-BE49-F238E27FC236}">
                <a16:creationId xmlns:a16="http://schemas.microsoft.com/office/drawing/2014/main" id="{6125A179-1B46-B9CB-3745-ACF7F0D4FABD}"/>
              </a:ext>
            </a:extLst>
          </p:cNvPr>
          <p:cNvSpPr txBox="1"/>
          <p:nvPr/>
        </p:nvSpPr>
        <p:spPr>
          <a:xfrm>
            <a:off x="905934" y="1584882"/>
            <a:ext cx="7010400" cy="553998"/>
          </a:xfrm>
          <a:prstGeom prst="rect">
            <a:avLst/>
          </a:prstGeom>
          <a:noFill/>
        </p:spPr>
        <p:txBody>
          <a:bodyPr wrap="square" rtlCol="0">
            <a:spAutoFit/>
          </a:bodyPr>
          <a:lstStyle/>
          <a:p>
            <a:pPr marL="457200" indent="-457200">
              <a:buFont typeface="Arial" panose="020B0604020202020204" pitchFamily="34" charset="0"/>
              <a:buChar char="•"/>
            </a:pPr>
            <a:r>
              <a:rPr lang="vi-VN" sz="3000">
                <a:latin typeface="+mj-lt"/>
              </a:rPr>
              <a:t>Bảng thống kê kết quả tuyển sinh 2020</a:t>
            </a:r>
          </a:p>
        </p:txBody>
      </p:sp>
      <p:sp>
        <p:nvSpPr>
          <p:cNvPr id="10" name="Slide Number Placeholder 9">
            <a:extLst>
              <a:ext uri="{FF2B5EF4-FFF2-40B4-BE49-F238E27FC236}">
                <a16:creationId xmlns:a16="http://schemas.microsoft.com/office/drawing/2014/main" id="{1FBC414F-0ACF-16C7-60B9-AB69565FCA32}"/>
              </a:ext>
            </a:extLst>
          </p:cNvPr>
          <p:cNvSpPr>
            <a:spLocks noGrp="1"/>
          </p:cNvSpPr>
          <p:nvPr>
            <p:ph type="sldNum" sz="quarter" idx="12"/>
          </p:nvPr>
        </p:nvSpPr>
        <p:spPr>
          <a:xfrm>
            <a:off x="11131062" y="6356350"/>
            <a:ext cx="222738" cy="365125"/>
          </a:xfrm>
        </p:spPr>
        <p:txBody>
          <a:bodyPr/>
          <a:lstStyle/>
          <a:p>
            <a:fld id="{AEBE8B20-C893-4745-8F74-2378CC1726DA}" type="slidenum">
              <a:rPr lang="vi-VN" smtClean="0"/>
              <a:t>8</a:t>
            </a:fld>
            <a:endParaRPr lang="vi-VN"/>
          </a:p>
        </p:txBody>
      </p:sp>
      <p:sp>
        <p:nvSpPr>
          <p:cNvPr id="11" name="Action Button: Return 10">
            <a:hlinkClick r:id="rId4" action="ppaction://hlinksldjump" highlightClick="1"/>
            <a:extLst>
              <a:ext uri="{FF2B5EF4-FFF2-40B4-BE49-F238E27FC236}">
                <a16:creationId xmlns:a16="http://schemas.microsoft.com/office/drawing/2014/main" id="{987577FE-ABB1-C2A3-F13A-2AC7D25DA229}"/>
              </a:ext>
            </a:extLst>
          </p:cNvPr>
          <p:cNvSpPr/>
          <p:nvPr/>
        </p:nvSpPr>
        <p:spPr>
          <a:xfrm>
            <a:off x="8642838" y="993531"/>
            <a:ext cx="896816" cy="800100"/>
          </a:xfrm>
          <a:prstGeom prst="actionButtonRetur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424013923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250" fill="hold"/>
                                        <p:tgtEl>
                                          <p:spTgt spid="9"/>
                                        </p:tgtEl>
                                        <p:attrNameLst>
                                          <p:attrName>ppt_x</p:attrName>
                                        </p:attrNameLst>
                                      </p:cBhvr>
                                      <p:tavLst>
                                        <p:tav tm="0">
                                          <p:val>
                                            <p:strVal val="#ppt_x"/>
                                          </p:val>
                                        </p:tav>
                                        <p:tav tm="100000">
                                          <p:val>
                                            <p:strVal val="#ppt_x"/>
                                          </p:val>
                                        </p:tav>
                                      </p:tavLst>
                                    </p:anim>
                                    <p:anim calcmode="lin" valueType="num">
                                      <p:cBhvr additive="base">
                                        <p:cTn id="8" dur="25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ox(in)">
                                      <p:cBhvr>
                                        <p:cTn id="18" dur="1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380a32b5-58ed-49a8-aa8f-49e310c85fd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A60B722BF79294EBCEBF8C4A698DD1F" ma:contentTypeVersion="5" ma:contentTypeDescription="Create a new document." ma:contentTypeScope="" ma:versionID="52067627d41d94dc3ff6d64d9b39c4e0">
  <xsd:schema xmlns:xsd="http://www.w3.org/2001/XMLSchema" xmlns:xs="http://www.w3.org/2001/XMLSchema" xmlns:p="http://schemas.microsoft.com/office/2006/metadata/properties" xmlns:ns3="380a32b5-58ed-49a8-aa8f-49e310c85fd7" targetNamespace="http://schemas.microsoft.com/office/2006/metadata/properties" ma:root="true" ma:fieldsID="cecfb60d477e8cbf270277fd862c9cfc" ns3:_="">
    <xsd:import namespace="380a32b5-58ed-49a8-aa8f-49e310c85fd7"/>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80a32b5-58ed-49a8-aa8f-49e310c85fd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80DE5-8019-493E-9B4D-9CB82B504152}">
  <ds:schemaRefs>
    <ds:schemaRef ds:uri="380a32b5-58ed-49a8-aa8f-49e310c85fd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1567D4F-AA18-4F91-A76B-F53F08BBE01F}">
  <ds:schemaRefs>
    <ds:schemaRef ds:uri="380a32b5-58ed-49a8-aa8f-49e310c85fd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9440F03-C03E-46C2-90C8-A289B9B7C99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350</Words>
  <Application>Microsoft Office PowerPoint</Application>
  <PresentationFormat>Widescreen</PresentationFormat>
  <Paragraphs>48</Paragraphs>
  <Slides>8</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Times New Roman</vt:lpstr>
      <vt:lpstr>Office Theme</vt:lpstr>
      <vt:lpstr>BỐ CỤC MỘT BÀI THUYẾT TRÌNH</vt:lpstr>
      <vt:lpstr>Giới thiệu</vt:lpstr>
      <vt:lpstr>Phần mở đầu</vt:lpstr>
      <vt:lpstr>Phần chính</vt:lpstr>
      <vt:lpstr>Phần kết</vt:lpstr>
      <vt:lpstr>PowerPoint Presentation</vt:lpstr>
      <vt:lpstr>Ví dụ: sử dụng một đoạn trích dẫn khi giới thiệu</vt:lpstr>
      <vt:lpstr>Ví dụ minh chứng một vấn đề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Duong Ngoc Bao Thy - B2613082</dc:creator>
  <cp:lastModifiedBy>letranthaotran113@gmail.com</cp:lastModifiedBy>
  <cp:revision>3</cp:revision>
  <dcterms:created xsi:type="dcterms:W3CDTF">2026-09-23T06:29:25Z</dcterms:created>
  <dcterms:modified xsi:type="dcterms:W3CDTF">2026-09-24T08:10:21Z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0x010100CA60B722BF79294EBCEBF8C4A698DD1F</vt:lpwstr>
  </property>
</Properties>
</file>